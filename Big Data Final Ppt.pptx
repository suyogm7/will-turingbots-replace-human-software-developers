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9" r:id="rId1"/>
  </p:sldMasterIdLst>
  <p:notesMasterIdLst>
    <p:notesMasterId r:id="rId21"/>
  </p:notesMasterIdLst>
  <p:sldIdLst>
    <p:sldId id="256" r:id="rId2"/>
    <p:sldId id="259" r:id="rId3"/>
    <p:sldId id="257" r:id="rId4"/>
    <p:sldId id="260" r:id="rId5"/>
    <p:sldId id="261" r:id="rId6"/>
    <p:sldId id="276" r:id="rId7"/>
    <p:sldId id="263" r:id="rId8"/>
    <p:sldId id="262" r:id="rId9"/>
    <p:sldId id="264" r:id="rId10"/>
    <p:sldId id="266" r:id="rId11"/>
    <p:sldId id="265" r:id="rId12"/>
    <p:sldId id="275" r:id="rId13"/>
    <p:sldId id="272" r:id="rId14"/>
    <p:sldId id="273" r:id="rId15"/>
    <p:sldId id="267" r:id="rId16"/>
    <p:sldId id="274" r:id="rId17"/>
    <p:sldId id="268" r:id="rId18"/>
    <p:sldId id="270" r:id="rId19"/>
    <p:sldId id="27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E3277D-E6F8-49C9-94CB-A87D9B7E7773}" v="373" dt="2024-12-14T00:47:41.1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70" autoAdjust="0"/>
    <p:restoredTop sz="94660"/>
  </p:normalViewPr>
  <p:slideViewPr>
    <p:cSldViewPr snapToGrid="0">
      <p:cViewPr varScale="1">
        <p:scale>
          <a:sx n="104" d="100"/>
          <a:sy n="104" d="100"/>
        </p:scale>
        <p:origin x="30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yog Mahale" userId="58a6b5e0c9a87e8e" providerId="LiveId" clId="{B1E3277D-E6F8-49C9-94CB-A87D9B7E7773}"/>
    <pc:docChg chg="undo custSel addSld delSld modSld sldOrd addMainMaster delMainMaster">
      <pc:chgData name="Suyog Mahale" userId="58a6b5e0c9a87e8e" providerId="LiveId" clId="{B1E3277D-E6F8-49C9-94CB-A87D9B7E7773}" dt="2024-12-14T02:26:27.201" v="21797" actId="113"/>
      <pc:docMkLst>
        <pc:docMk/>
      </pc:docMkLst>
      <pc:sldChg chg="addSp delSp modSp new mod setBg modClrScheme addAnim delAnim setClrOvrMap delDesignElem chgLayout">
        <pc:chgData name="Suyog Mahale" userId="58a6b5e0c9a87e8e" providerId="LiveId" clId="{B1E3277D-E6F8-49C9-94CB-A87D9B7E7773}" dt="2024-12-11T03:51:59.624" v="851" actId="14861"/>
        <pc:sldMkLst>
          <pc:docMk/>
          <pc:sldMk cId="1528287061" sldId="256"/>
        </pc:sldMkLst>
        <pc:spChg chg="mod">
          <ac:chgData name="Suyog Mahale" userId="58a6b5e0c9a87e8e" providerId="LiveId" clId="{B1E3277D-E6F8-49C9-94CB-A87D9B7E7773}" dt="2024-12-11T03:51:36.576" v="849" actId="14861"/>
          <ac:spMkLst>
            <pc:docMk/>
            <pc:sldMk cId="1528287061" sldId="256"/>
            <ac:spMk id="2" creationId="{CFD58F64-D5E6-6D57-56AA-BFF20097D6F3}"/>
          </ac:spMkLst>
        </pc:spChg>
        <pc:spChg chg="mod">
          <ac:chgData name="Suyog Mahale" userId="58a6b5e0c9a87e8e" providerId="LiveId" clId="{B1E3277D-E6F8-49C9-94CB-A87D9B7E7773}" dt="2024-12-11T03:51:53.416" v="850" actId="14861"/>
          <ac:spMkLst>
            <pc:docMk/>
            <pc:sldMk cId="1528287061" sldId="256"/>
            <ac:spMk id="3" creationId="{5B9901FC-1BAB-1B9F-DE20-6706264E3404}"/>
          </ac:spMkLst>
        </pc:spChg>
        <pc:spChg chg="add mod">
          <ac:chgData name="Suyog Mahale" userId="58a6b5e0c9a87e8e" providerId="LiveId" clId="{B1E3277D-E6F8-49C9-94CB-A87D9B7E7773}" dt="2024-12-11T03:51:59.624" v="851" actId="14861"/>
          <ac:spMkLst>
            <pc:docMk/>
            <pc:sldMk cId="1528287061" sldId="256"/>
            <ac:spMk id="5" creationId="{0B8AD52C-2F0C-BA1F-4517-8672477D6D4F}"/>
          </ac:spMkLst>
        </pc:spChg>
        <pc:spChg chg="add del">
          <ac:chgData name="Suyog Mahale" userId="58a6b5e0c9a87e8e" providerId="LiveId" clId="{B1E3277D-E6F8-49C9-94CB-A87D9B7E7773}" dt="2024-12-10T23:39:36.223" v="3" actId="26606"/>
          <ac:spMkLst>
            <pc:docMk/>
            <pc:sldMk cId="1528287061" sldId="256"/>
            <ac:spMk id="9" creationId="{E20BB609-EF92-42DB-836C-0699A590B5CF}"/>
          </ac:spMkLst>
        </pc:spChg>
        <pc:spChg chg="add del">
          <ac:chgData name="Suyog Mahale" userId="58a6b5e0c9a87e8e" providerId="LiveId" clId="{B1E3277D-E6F8-49C9-94CB-A87D9B7E7773}" dt="2024-12-10T23:39:36.223" v="3" actId="26606"/>
          <ac:spMkLst>
            <pc:docMk/>
            <pc:sldMk cId="1528287061" sldId="256"/>
            <ac:spMk id="11" creationId="{40FA88D0-E295-4CF3-934C-6423EACEB025}"/>
          </ac:spMkLst>
        </pc:spChg>
        <pc:spChg chg="add del">
          <ac:chgData name="Suyog Mahale" userId="58a6b5e0c9a87e8e" providerId="LiveId" clId="{B1E3277D-E6F8-49C9-94CB-A87D9B7E7773}" dt="2024-12-10T23:39:41.309" v="5" actId="26606"/>
          <ac:spMkLst>
            <pc:docMk/>
            <pc:sldMk cId="1528287061" sldId="256"/>
            <ac:spMk id="17" creationId="{195EA065-AC5D-431D-927E-87FF05884866}"/>
          </ac:spMkLst>
        </pc:spChg>
        <pc:spChg chg="add del">
          <ac:chgData name="Suyog Mahale" userId="58a6b5e0c9a87e8e" providerId="LiveId" clId="{B1E3277D-E6F8-49C9-94CB-A87D9B7E7773}" dt="2024-12-10T23:39:41.309" v="5" actId="26606"/>
          <ac:spMkLst>
            <pc:docMk/>
            <pc:sldMk cId="1528287061" sldId="256"/>
            <ac:spMk id="18" creationId="{0DBF1ABE-8590-450D-BB49-BDDCCF3EEA9E}"/>
          </ac:spMkLst>
        </pc:spChg>
        <pc:spChg chg="add del">
          <ac:chgData name="Suyog Mahale" userId="58a6b5e0c9a87e8e" providerId="LiveId" clId="{B1E3277D-E6F8-49C9-94CB-A87D9B7E7773}" dt="2024-12-10T23:39:41.309" v="5" actId="26606"/>
          <ac:spMkLst>
            <pc:docMk/>
            <pc:sldMk cId="1528287061" sldId="256"/>
            <ac:spMk id="19" creationId="{46934B3C-D73F-4CD0-95B1-0244D662D1C7}"/>
          </ac:spMkLst>
        </pc:spChg>
        <pc:spChg chg="add del">
          <ac:chgData name="Suyog Mahale" userId="58a6b5e0c9a87e8e" providerId="LiveId" clId="{B1E3277D-E6F8-49C9-94CB-A87D9B7E7773}" dt="2024-12-10T23:39:41.309" v="5" actId="26606"/>
          <ac:spMkLst>
            <pc:docMk/>
            <pc:sldMk cId="1528287061" sldId="256"/>
            <ac:spMk id="21" creationId="{391F8D69-709A-4575-A393-B4C26481AF3B}"/>
          </ac:spMkLst>
        </pc:spChg>
        <pc:spChg chg="add del">
          <ac:chgData name="Suyog Mahale" userId="58a6b5e0c9a87e8e" providerId="LiveId" clId="{B1E3277D-E6F8-49C9-94CB-A87D9B7E7773}" dt="2024-12-10T23:39:41.309" v="5" actId="26606"/>
          <ac:spMkLst>
            <pc:docMk/>
            <pc:sldMk cId="1528287061" sldId="256"/>
            <ac:spMk id="22" creationId="{C87A50C4-1191-461A-9E09-C8057F2AF01F}"/>
          </ac:spMkLst>
        </pc:spChg>
        <pc:spChg chg="add del">
          <ac:chgData name="Suyog Mahale" userId="58a6b5e0c9a87e8e" providerId="LiveId" clId="{B1E3277D-E6F8-49C9-94CB-A87D9B7E7773}" dt="2024-12-10T23:39:41.309" v="5" actId="26606"/>
          <ac:spMkLst>
            <pc:docMk/>
            <pc:sldMk cId="1528287061" sldId="256"/>
            <ac:spMk id="23" creationId="{BC87DA9F-8DB2-4D48-8716-A928FBB8A5D2}"/>
          </ac:spMkLst>
        </pc:spChg>
        <pc:spChg chg="add del">
          <ac:chgData name="Suyog Mahale" userId="58a6b5e0c9a87e8e" providerId="LiveId" clId="{B1E3277D-E6F8-49C9-94CB-A87D9B7E7773}" dt="2024-12-10T23:39:42.748" v="7" actId="26606"/>
          <ac:spMkLst>
            <pc:docMk/>
            <pc:sldMk cId="1528287061" sldId="256"/>
            <ac:spMk id="25" creationId="{E20BB609-EF92-42DB-836C-0699A590B5CF}"/>
          </ac:spMkLst>
        </pc:spChg>
        <pc:spChg chg="add del">
          <ac:chgData name="Suyog Mahale" userId="58a6b5e0c9a87e8e" providerId="LiveId" clId="{B1E3277D-E6F8-49C9-94CB-A87D9B7E7773}" dt="2024-12-10T23:39:42.748" v="7" actId="26606"/>
          <ac:spMkLst>
            <pc:docMk/>
            <pc:sldMk cId="1528287061" sldId="256"/>
            <ac:spMk id="26" creationId="{40FA88D0-E295-4CF3-934C-6423EACEB025}"/>
          </ac:spMkLst>
        </pc:spChg>
        <pc:spChg chg="add del">
          <ac:chgData name="Suyog Mahale" userId="58a6b5e0c9a87e8e" providerId="LiveId" clId="{B1E3277D-E6F8-49C9-94CB-A87D9B7E7773}" dt="2024-12-10T23:39:44.754" v="9" actId="26606"/>
          <ac:spMkLst>
            <pc:docMk/>
            <pc:sldMk cId="1528287061" sldId="256"/>
            <ac:spMk id="31" creationId="{4EFE82FE-7465-AE46-88DF-34D347E83B84}"/>
          </ac:spMkLst>
        </pc:spChg>
        <pc:spChg chg="add del">
          <ac:chgData name="Suyog Mahale" userId="58a6b5e0c9a87e8e" providerId="LiveId" clId="{B1E3277D-E6F8-49C9-94CB-A87D9B7E7773}" dt="2024-12-10T23:39:48.924" v="12"/>
          <ac:spMkLst>
            <pc:docMk/>
            <pc:sldMk cId="1528287061" sldId="256"/>
            <ac:spMk id="43" creationId="{4187D111-0A9D-421B-84EB-FC5811C3A931}"/>
          </ac:spMkLst>
        </pc:spChg>
        <pc:spChg chg="add del">
          <ac:chgData name="Suyog Mahale" userId="58a6b5e0c9a87e8e" providerId="LiveId" clId="{B1E3277D-E6F8-49C9-94CB-A87D9B7E7773}" dt="2024-12-10T23:39:48.924" v="12"/>
          <ac:spMkLst>
            <pc:docMk/>
            <pc:sldMk cId="1528287061" sldId="256"/>
            <ac:spMk id="44" creationId="{218D3B53-4071-48E8-9CB1-4566DAFA0BAE}"/>
          </ac:spMkLst>
        </pc:spChg>
        <pc:spChg chg="add del">
          <ac:chgData name="Suyog Mahale" userId="58a6b5e0c9a87e8e" providerId="LiveId" clId="{B1E3277D-E6F8-49C9-94CB-A87D9B7E7773}" dt="2024-12-10T23:40:17.117" v="22"/>
          <ac:spMkLst>
            <pc:docMk/>
            <pc:sldMk cId="1528287061" sldId="256"/>
            <ac:spMk id="73" creationId="{01E688E0-C729-4E49-9E7B-4697607DBE19}"/>
          </ac:spMkLst>
        </pc:spChg>
        <pc:spChg chg="add del">
          <ac:chgData name="Suyog Mahale" userId="58a6b5e0c9a87e8e" providerId="LiveId" clId="{B1E3277D-E6F8-49C9-94CB-A87D9B7E7773}" dt="2024-12-10T23:40:20.497" v="24" actId="26606"/>
          <ac:spMkLst>
            <pc:docMk/>
            <pc:sldMk cId="1528287061" sldId="256"/>
            <ac:spMk id="75" creationId="{E7F94237-0536-4DB1-8C95-39E355CED94B}"/>
          </ac:spMkLst>
        </pc:spChg>
        <pc:spChg chg="add del">
          <ac:chgData name="Suyog Mahale" userId="58a6b5e0c9a87e8e" providerId="LiveId" clId="{B1E3277D-E6F8-49C9-94CB-A87D9B7E7773}" dt="2024-12-10T23:39:55.259" v="14" actId="26606"/>
          <ac:spMkLst>
            <pc:docMk/>
            <pc:sldMk cId="1528287061" sldId="256"/>
            <ac:spMk id="76" creationId="{C6A81905-F480-46A4-BC10-215D24EA1AE6}"/>
          </ac:spMkLst>
        </pc:spChg>
        <pc:spChg chg="add del">
          <ac:chgData name="Suyog Mahale" userId="58a6b5e0c9a87e8e" providerId="LiveId" clId="{B1E3277D-E6F8-49C9-94CB-A87D9B7E7773}" dt="2024-12-10T23:40:20.497" v="24" actId="26606"/>
          <ac:spMkLst>
            <pc:docMk/>
            <pc:sldMk cId="1528287061" sldId="256"/>
            <ac:spMk id="77" creationId="{1A3C89F8-0D2F-47FF-B903-151248265F47}"/>
          </ac:spMkLst>
        </pc:spChg>
        <pc:spChg chg="add del">
          <ac:chgData name="Suyog Mahale" userId="58a6b5e0c9a87e8e" providerId="LiveId" clId="{B1E3277D-E6F8-49C9-94CB-A87D9B7E7773}" dt="2024-12-10T23:39:55.259" v="14" actId="26606"/>
          <ac:spMkLst>
            <pc:docMk/>
            <pc:sldMk cId="1528287061" sldId="256"/>
            <ac:spMk id="78" creationId="{36FD4D9D-3784-41E8-8405-A42B72F51331}"/>
          </ac:spMkLst>
        </pc:spChg>
        <pc:spChg chg="add del">
          <ac:chgData name="Suyog Mahale" userId="58a6b5e0c9a87e8e" providerId="LiveId" clId="{B1E3277D-E6F8-49C9-94CB-A87D9B7E7773}" dt="2024-12-10T23:40:20.497" v="24" actId="26606"/>
          <ac:spMkLst>
            <pc:docMk/>
            <pc:sldMk cId="1528287061" sldId="256"/>
            <ac:spMk id="79" creationId="{C5CB530E-515E-412C-9DF1-5F8FFBD6F383}"/>
          </ac:spMkLst>
        </pc:spChg>
        <pc:spChg chg="add del">
          <ac:chgData name="Suyog Mahale" userId="58a6b5e0c9a87e8e" providerId="LiveId" clId="{B1E3277D-E6F8-49C9-94CB-A87D9B7E7773}" dt="2024-12-10T23:39:55.259" v="14" actId="26606"/>
          <ac:spMkLst>
            <pc:docMk/>
            <pc:sldMk cId="1528287061" sldId="256"/>
            <ac:spMk id="80" creationId="{60817A52-B891-4228-A61E-0C0A57632DDA}"/>
          </ac:spMkLst>
        </pc:spChg>
        <pc:spChg chg="add del">
          <ac:chgData name="Suyog Mahale" userId="58a6b5e0c9a87e8e" providerId="LiveId" clId="{B1E3277D-E6F8-49C9-94CB-A87D9B7E7773}" dt="2024-12-10T23:40:20.497" v="24" actId="26606"/>
          <ac:spMkLst>
            <pc:docMk/>
            <pc:sldMk cId="1528287061" sldId="256"/>
            <ac:spMk id="81" creationId="{712D4376-A578-4FF1-94FC-245E7A6A489F}"/>
          </ac:spMkLst>
        </pc:spChg>
        <pc:spChg chg="add del">
          <ac:chgData name="Suyog Mahale" userId="58a6b5e0c9a87e8e" providerId="LiveId" clId="{B1E3277D-E6F8-49C9-94CB-A87D9B7E7773}" dt="2024-12-10T23:39:56.521" v="16" actId="26606"/>
          <ac:spMkLst>
            <pc:docMk/>
            <pc:sldMk cId="1528287061" sldId="256"/>
            <ac:spMk id="82" creationId="{A4322390-8B58-46BE-88EB-D9FD30C08743}"/>
          </ac:spMkLst>
        </pc:spChg>
        <pc:spChg chg="add del">
          <ac:chgData name="Suyog Mahale" userId="58a6b5e0c9a87e8e" providerId="LiveId" clId="{B1E3277D-E6F8-49C9-94CB-A87D9B7E7773}" dt="2024-12-10T23:39:56.521" v="16" actId="26606"/>
          <ac:spMkLst>
            <pc:docMk/>
            <pc:sldMk cId="1528287061" sldId="256"/>
            <ac:spMk id="83" creationId="{C885E190-58DD-42DD-A4A8-401E15C92A52}"/>
          </ac:spMkLst>
        </pc:spChg>
        <pc:spChg chg="add del">
          <ac:chgData name="Suyog Mahale" userId="58a6b5e0c9a87e8e" providerId="LiveId" clId="{B1E3277D-E6F8-49C9-94CB-A87D9B7E7773}" dt="2024-12-10T23:40:20.497" v="24" actId="26606"/>
          <ac:spMkLst>
            <pc:docMk/>
            <pc:sldMk cId="1528287061" sldId="256"/>
            <ac:spMk id="84" creationId="{AEA7509D-F04F-40CB-A0B3-EEF16499CC9F}"/>
          </ac:spMkLst>
        </pc:spChg>
        <pc:spChg chg="add del">
          <ac:chgData name="Suyog Mahale" userId="58a6b5e0c9a87e8e" providerId="LiveId" clId="{B1E3277D-E6F8-49C9-94CB-A87D9B7E7773}" dt="2024-12-10T23:40:05.403" v="19"/>
          <ac:spMkLst>
            <pc:docMk/>
            <pc:sldMk cId="1528287061" sldId="256"/>
            <ac:spMk id="85" creationId="{4A5788BB-481F-4FC7-AD49-73D20DDD6AE4}"/>
          </ac:spMkLst>
        </pc:spChg>
        <pc:spChg chg="add del">
          <ac:chgData name="Suyog Mahale" userId="58a6b5e0c9a87e8e" providerId="LiveId" clId="{B1E3277D-E6F8-49C9-94CB-A87D9B7E7773}" dt="2024-12-10T23:40:20.497" v="24" actId="26606"/>
          <ac:spMkLst>
            <pc:docMk/>
            <pc:sldMk cId="1528287061" sldId="256"/>
            <ac:spMk id="88" creationId="{508BEF50-7B1E-49A4-BC19-5F4F1D755E64}"/>
          </ac:spMkLst>
        </pc:spChg>
        <pc:spChg chg="add del">
          <ac:chgData name="Suyog Mahale" userId="58a6b5e0c9a87e8e" providerId="LiveId" clId="{B1E3277D-E6F8-49C9-94CB-A87D9B7E7773}" dt="2024-12-10T23:56:00.834" v="53"/>
          <ac:spMkLst>
            <pc:docMk/>
            <pc:sldMk cId="1528287061" sldId="256"/>
            <ac:spMk id="89" creationId="{9B347087-DEE1-4F23-8486-A2690AA195E5}"/>
          </ac:spMkLst>
        </pc:spChg>
        <pc:spChg chg="add del">
          <ac:chgData name="Suyog Mahale" userId="58a6b5e0c9a87e8e" providerId="LiveId" clId="{B1E3277D-E6F8-49C9-94CB-A87D9B7E7773}" dt="2024-12-10T23:40:20.497" v="24" actId="26606"/>
          <ac:spMkLst>
            <pc:docMk/>
            <pc:sldMk cId="1528287061" sldId="256"/>
            <ac:spMk id="90" creationId="{3FBAD350-5664-4811-A208-657FB882D350}"/>
          </ac:spMkLst>
        </pc:spChg>
        <pc:spChg chg="add del">
          <ac:chgData name="Suyog Mahale" userId="58a6b5e0c9a87e8e" providerId="LiveId" clId="{B1E3277D-E6F8-49C9-94CB-A87D9B7E7773}" dt="2024-12-10T23:56:00.834" v="53"/>
          <ac:spMkLst>
            <pc:docMk/>
            <pc:sldMk cId="1528287061" sldId="256"/>
            <ac:spMk id="91" creationId="{44BB81AE-EE4A-4AA4-8941-104B6C943598}"/>
          </ac:spMkLst>
        </pc:spChg>
        <pc:spChg chg="add del">
          <ac:chgData name="Suyog Mahale" userId="58a6b5e0c9a87e8e" providerId="LiveId" clId="{B1E3277D-E6F8-49C9-94CB-A87D9B7E7773}" dt="2024-12-10T23:40:20.497" v="24" actId="26606"/>
          <ac:spMkLst>
            <pc:docMk/>
            <pc:sldMk cId="1528287061" sldId="256"/>
            <ac:spMk id="92" creationId="{C39ADB8F-D187-49D7-BDCF-C1B6DC727068}"/>
          </ac:spMkLst>
        </pc:spChg>
        <pc:spChg chg="add del">
          <ac:chgData name="Suyog Mahale" userId="58a6b5e0c9a87e8e" providerId="LiveId" clId="{B1E3277D-E6F8-49C9-94CB-A87D9B7E7773}" dt="2024-12-10T23:40:21.887" v="26" actId="26606"/>
          <ac:spMkLst>
            <pc:docMk/>
            <pc:sldMk cId="1528287061" sldId="256"/>
            <ac:spMk id="94" creationId="{71B2258F-86CA-4D4D-8270-BC05FCDEBFB3}"/>
          </ac:spMkLst>
        </pc:spChg>
        <pc:spChg chg="add del">
          <ac:chgData name="Suyog Mahale" userId="58a6b5e0c9a87e8e" providerId="LiveId" clId="{B1E3277D-E6F8-49C9-94CB-A87D9B7E7773}" dt="2024-12-10T23:56:00.834" v="53"/>
          <ac:spMkLst>
            <pc:docMk/>
            <pc:sldMk cId="1528287061" sldId="256"/>
            <ac:spMk id="95" creationId="{AAA2202F-2A68-464D-8E53-CEBE9303D848}"/>
          </ac:spMkLst>
        </pc:spChg>
        <pc:spChg chg="add del">
          <ac:chgData name="Suyog Mahale" userId="58a6b5e0c9a87e8e" providerId="LiveId" clId="{B1E3277D-E6F8-49C9-94CB-A87D9B7E7773}" dt="2024-12-10T23:40:23.175" v="28" actId="26606"/>
          <ac:spMkLst>
            <pc:docMk/>
            <pc:sldMk cId="1528287061" sldId="256"/>
            <ac:spMk id="96" creationId="{464EC53C-35C4-4E84-AFE2-A7D081852617}"/>
          </ac:spMkLst>
        </pc:spChg>
        <pc:spChg chg="add del">
          <ac:chgData name="Suyog Mahale" userId="58a6b5e0c9a87e8e" providerId="LiveId" clId="{B1E3277D-E6F8-49C9-94CB-A87D9B7E7773}" dt="2024-12-10T23:40:23.175" v="28" actId="26606"/>
          <ac:spMkLst>
            <pc:docMk/>
            <pc:sldMk cId="1528287061" sldId="256"/>
            <ac:spMk id="97" creationId="{9A3F5928-D955-456A-97B5-AA390B8CE9D5}"/>
          </ac:spMkLst>
        </pc:spChg>
        <pc:spChg chg="add del">
          <ac:chgData name="Suyog Mahale" userId="58a6b5e0c9a87e8e" providerId="LiveId" clId="{B1E3277D-E6F8-49C9-94CB-A87D9B7E7773}" dt="2024-12-10T23:40:23.175" v="28" actId="26606"/>
          <ac:spMkLst>
            <pc:docMk/>
            <pc:sldMk cId="1528287061" sldId="256"/>
            <ac:spMk id="99" creationId="{C5CB530E-515E-412C-9DF1-5F8FFBD6F383}"/>
          </ac:spMkLst>
        </pc:spChg>
        <pc:spChg chg="add del">
          <ac:chgData name="Suyog Mahale" userId="58a6b5e0c9a87e8e" providerId="LiveId" clId="{B1E3277D-E6F8-49C9-94CB-A87D9B7E7773}" dt="2024-12-10T23:40:23.175" v="28" actId="26606"/>
          <ac:spMkLst>
            <pc:docMk/>
            <pc:sldMk cId="1528287061" sldId="256"/>
            <ac:spMk id="100" creationId="{712D4376-A578-4FF1-94FC-245E7A6A489F}"/>
          </ac:spMkLst>
        </pc:spChg>
        <pc:spChg chg="add del">
          <ac:chgData name="Suyog Mahale" userId="58a6b5e0c9a87e8e" providerId="LiveId" clId="{B1E3277D-E6F8-49C9-94CB-A87D9B7E7773}" dt="2024-12-10T23:40:23.175" v="28" actId="26606"/>
          <ac:spMkLst>
            <pc:docMk/>
            <pc:sldMk cId="1528287061" sldId="256"/>
            <ac:spMk id="101" creationId="{AEA7509D-F04F-40CB-A0B3-EEF16499CC9F}"/>
          </ac:spMkLst>
        </pc:spChg>
        <pc:spChg chg="add del">
          <ac:chgData name="Suyog Mahale" userId="58a6b5e0c9a87e8e" providerId="LiveId" clId="{B1E3277D-E6F8-49C9-94CB-A87D9B7E7773}" dt="2024-12-10T23:40:44.415" v="36" actId="26606"/>
          <ac:spMkLst>
            <pc:docMk/>
            <pc:sldMk cId="1528287061" sldId="256"/>
            <ac:spMk id="103" creationId="{9C6777B5-64F4-4200-B099-34168B69FE53}"/>
          </ac:spMkLst>
        </pc:spChg>
        <pc:spChg chg="add del">
          <ac:chgData name="Suyog Mahale" userId="58a6b5e0c9a87e8e" providerId="LiveId" clId="{B1E3277D-E6F8-49C9-94CB-A87D9B7E7773}" dt="2024-12-10T23:40:44.415" v="36" actId="26606"/>
          <ac:spMkLst>
            <pc:docMk/>
            <pc:sldMk cId="1528287061" sldId="256"/>
            <ac:spMk id="104" creationId="{9B37791B-B040-4694-BFDC-8DD132D86E8E}"/>
          </ac:spMkLst>
        </pc:spChg>
        <pc:spChg chg="add del">
          <ac:chgData name="Suyog Mahale" userId="58a6b5e0c9a87e8e" providerId="LiveId" clId="{B1E3277D-E6F8-49C9-94CB-A87D9B7E7773}" dt="2024-12-10T23:56:16.220" v="57"/>
          <ac:spMkLst>
            <pc:docMk/>
            <pc:sldMk cId="1528287061" sldId="256"/>
            <ac:spMk id="109" creationId="{C885E190-58DD-42DD-A4A8-401E15C92A52}"/>
          </ac:spMkLst>
        </pc:spChg>
        <pc:spChg chg="add del">
          <ac:chgData name="Suyog Mahale" userId="58a6b5e0c9a87e8e" providerId="LiveId" clId="{B1E3277D-E6F8-49C9-94CB-A87D9B7E7773}" dt="2024-12-10T23:40:42.558" v="33" actId="26606"/>
          <ac:spMkLst>
            <pc:docMk/>
            <pc:sldMk cId="1528287061" sldId="256"/>
            <ac:spMk id="112" creationId="{06DA9DF9-31F7-4056-B42E-878CC92417B8}"/>
          </ac:spMkLst>
        </pc:spChg>
        <pc:spChg chg="add del">
          <ac:chgData name="Suyog Mahale" userId="58a6b5e0c9a87e8e" providerId="LiveId" clId="{B1E3277D-E6F8-49C9-94CB-A87D9B7E7773}" dt="2024-12-10T23:40:44.409" v="35" actId="26606"/>
          <ac:spMkLst>
            <pc:docMk/>
            <pc:sldMk cId="1528287061" sldId="256"/>
            <ac:spMk id="114" creationId="{9B37791B-B040-4694-BFDC-8DD132D86E8E}"/>
          </ac:spMkLst>
        </pc:spChg>
        <pc:spChg chg="add del">
          <ac:chgData name="Suyog Mahale" userId="58a6b5e0c9a87e8e" providerId="LiveId" clId="{B1E3277D-E6F8-49C9-94CB-A87D9B7E7773}" dt="2024-12-10T23:40:44.409" v="35" actId="26606"/>
          <ac:spMkLst>
            <pc:docMk/>
            <pc:sldMk cId="1528287061" sldId="256"/>
            <ac:spMk id="115" creationId="{9C6777B5-64F4-4200-B099-34168B69FE53}"/>
          </ac:spMkLst>
        </pc:spChg>
        <pc:spChg chg="add del">
          <ac:chgData name="Suyog Mahale" userId="58a6b5e0c9a87e8e" providerId="LiveId" clId="{B1E3277D-E6F8-49C9-94CB-A87D9B7E7773}" dt="2024-12-10T23:55:47.171" v="48"/>
          <ac:spMkLst>
            <pc:docMk/>
            <pc:sldMk cId="1528287061" sldId="256"/>
            <ac:spMk id="120" creationId="{06DA9DF9-31F7-4056-B42E-878CC92417B8}"/>
          </ac:spMkLst>
        </pc:spChg>
        <pc:grpChg chg="add del">
          <ac:chgData name="Suyog Mahale" userId="58a6b5e0c9a87e8e" providerId="LiveId" clId="{B1E3277D-E6F8-49C9-94CB-A87D9B7E7773}" dt="2024-12-10T23:39:44.754" v="9" actId="26606"/>
          <ac:grpSpMkLst>
            <pc:docMk/>
            <pc:sldMk cId="1528287061" sldId="256"/>
            <ac:grpSpMk id="32" creationId="{66F2B51C-9578-EB41-A17E-FFF9D491ADA0}"/>
          </ac:grpSpMkLst>
        </pc:grpChg>
        <pc:grpChg chg="add del">
          <ac:chgData name="Suyog Mahale" userId="58a6b5e0c9a87e8e" providerId="LiveId" clId="{B1E3277D-E6F8-49C9-94CB-A87D9B7E7773}" dt="2024-12-10T23:39:48.924" v="12"/>
          <ac:grpSpMkLst>
            <pc:docMk/>
            <pc:sldMk cId="1528287061" sldId="256"/>
            <ac:grpSpMk id="45" creationId="{CEC7A2BB-E03E-436B-ABA5-3EBC8FB4066D}"/>
          </ac:grpSpMkLst>
        </pc:grpChg>
        <pc:grpChg chg="add del">
          <ac:chgData name="Suyog Mahale" userId="58a6b5e0c9a87e8e" providerId="LiveId" clId="{B1E3277D-E6F8-49C9-94CB-A87D9B7E7773}" dt="2024-12-10T23:40:17.117" v="22"/>
          <ac:grpSpMkLst>
            <pc:docMk/>
            <pc:sldMk cId="1528287061" sldId="256"/>
            <ac:grpSpMk id="74" creationId="{AAD89D74-79DD-4BE2-AA8C-8672382F2520}"/>
          </ac:grpSpMkLst>
        </pc:grpChg>
        <pc:grpChg chg="add del">
          <ac:chgData name="Suyog Mahale" userId="58a6b5e0c9a87e8e" providerId="LiveId" clId="{B1E3277D-E6F8-49C9-94CB-A87D9B7E7773}" dt="2024-12-10T23:56:00.834" v="53"/>
          <ac:grpSpMkLst>
            <pc:docMk/>
            <pc:sldMk cId="1528287061" sldId="256"/>
            <ac:grpSpMk id="102" creationId="{5B129734-DF6D-46B8-A0E0-4F178B3AD2FC}"/>
          </ac:grpSpMkLst>
        </pc:grpChg>
        <pc:grpChg chg="add del">
          <ac:chgData name="Suyog Mahale" userId="58a6b5e0c9a87e8e" providerId="LiveId" clId="{B1E3277D-E6F8-49C9-94CB-A87D9B7E7773}" dt="2024-12-10T23:40:44.415" v="36" actId="26606"/>
          <ac:grpSpMkLst>
            <pc:docMk/>
            <pc:sldMk cId="1528287061" sldId="256"/>
            <ac:grpSpMk id="105" creationId="{4252769E-B9F0-4068-A645-5BBEF16E9C28}"/>
          </ac:grpSpMkLst>
        </pc:grpChg>
        <pc:grpChg chg="add del">
          <ac:chgData name="Suyog Mahale" userId="58a6b5e0c9a87e8e" providerId="LiveId" clId="{B1E3277D-E6F8-49C9-94CB-A87D9B7E7773}" dt="2024-12-10T23:57:07.879" v="61" actId="26606"/>
          <ac:grpSpMkLst>
            <pc:docMk/>
            <pc:sldMk cId="1528287061" sldId="256"/>
            <ac:grpSpMk id="110" creationId="{AD579530-1077-46B3-BD5C-81BB270A1D5B}"/>
          </ac:grpSpMkLst>
        </pc:grpChg>
        <pc:grpChg chg="add del">
          <ac:chgData name="Suyog Mahale" userId="58a6b5e0c9a87e8e" providerId="LiveId" clId="{B1E3277D-E6F8-49C9-94CB-A87D9B7E7773}" dt="2024-12-10T23:57:28.646" v="75" actId="26606"/>
          <ac:grpSpMkLst>
            <pc:docMk/>
            <pc:sldMk cId="1528287061" sldId="256"/>
            <ac:grpSpMk id="111" creationId="{068ACACB-DD9E-4155-84BF-8E4D43DEC13D}"/>
          </ac:grpSpMkLst>
        </pc:grpChg>
        <pc:grpChg chg="add del">
          <ac:chgData name="Suyog Mahale" userId="58a6b5e0c9a87e8e" providerId="LiveId" clId="{B1E3277D-E6F8-49C9-94CB-A87D9B7E7773}" dt="2024-12-10T23:57:18.602" v="63" actId="26606"/>
          <ac:grpSpMkLst>
            <pc:docMk/>
            <pc:sldMk cId="1528287061" sldId="256"/>
            <ac:grpSpMk id="113" creationId="{316DCFC9-6877-407C-8170-608FCB8E35AE}"/>
          </ac:grpSpMkLst>
        </pc:grpChg>
        <pc:grpChg chg="add del">
          <ac:chgData name="Suyog Mahale" userId="58a6b5e0c9a87e8e" providerId="LiveId" clId="{B1E3277D-E6F8-49C9-94CB-A87D9B7E7773}" dt="2024-12-10T23:40:44.409" v="35" actId="26606"/>
          <ac:grpSpMkLst>
            <pc:docMk/>
            <pc:sldMk cId="1528287061" sldId="256"/>
            <ac:grpSpMk id="116" creationId="{4252769E-B9F0-4068-A645-5BBEF16E9C28}"/>
          </ac:grpSpMkLst>
        </pc:grpChg>
        <pc:grpChg chg="add del">
          <ac:chgData name="Suyog Mahale" userId="58a6b5e0c9a87e8e" providerId="LiveId" clId="{B1E3277D-E6F8-49C9-94CB-A87D9B7E7773}" dt="2024-12-10T23:57:07.879" v="61" actId="26606"/>
          <ac:grpSpMkLst>
            <pc:docMk/>
            <pc:sldMk cId="1528287061" sldId="256"/>
            <ac:grpSpMk id="117" creationId="{83F79A5F-63B5-4802-B39B-BF0F89DDDA15}"/>
          </ac:grpSpMkLst>
        </pc:grpChg>
        <pc:grpChg chg="add del">
          <ac:chgData name="Suyog Mahale" userId="58a6b5e0c9a87e8e" providerId="LiveId" clId="{B1E3277D-E6F8-49C9-94CB-A87D9B7E7773}" dt="2024-12-10T23:58:50.363" v="86" actId="26606"/>
          <ac:grpSpMkLst>
            <pc:docMk/>
            <pc:sldMk cId="1528287061" sldId="256"/>
            <ac:grpSpMk id="118" creationId="{068ACACB-DD9E-4155-84BF-8E4D43DEC13D}"/>
          </ac:grpSpMkLst>
        </pc:grpChg>
        <pc:grpChg chg="add del">
          <ac:chgData name="Suyog Mahale" userId="58a6b5e0c9a87e8e" providerId="LiveId" clId="{B1E3277D-E6F8-49C9-94CB-A87D9B7E7773}" dt="2024-12-10T23:57:28.646" v="75" actId="26606"/>
          <ac:grpSpMkLst>
            <pc:docMk/>
            <pc:sldMk cId="1528287061" sldId="256"/>
            <ac:grpSpMk id="122" creationId="{BF3AEE19-128A-4FF8-954B-A9724F42E0D4}"/>
          </ac:grpSpMkLst>
        </pc:grpChg>
        <pc:grpChg chg="add del">
          <ac:chgData name="Suyog Mahale" userId="58a6b5e0c9a87e8e" providerId="LiveId" clId="{B1E3277D-E6F8-49C9-94CB-A87D9B7E7773}" dt="2024-12-10T23:58:50.363" v="86" actId="26606"/>
          <ac:grpSpMkLst>
            <pc:docMk/>
            <pc:sldMk cId="1528287061" sldId="256"/>
            <ac:grpSpMk id="123" creationId="{BF3AEE19-128A-4FF8-954B-A9724F42E0D4}"/>
          </ac:grpSpMkLst>
        </pc:grpChg>
        <pc:grpChg chg="add del">
          <ac:chgData name="Suyog Mahale" userId="58a6b5e0c9a87e8e" providerId="LiveId" clId="{B1E3277D-E6F8-49C9-94CB-A87D9B7E7773}" dt="2024-12-10T23:57:18.602" v="63" actId="26606"/>
          <ac:grpSpMkLst>
            <pc:docMk/>
            <pc:sldMk cId="1528287061" sldId="256"/>
            <ac:grpSpMk id="142" creationId="{89353FE7-0D03-4AD2-8B8A-60A06F6BDA4C}"/>
          </ac:grpSpMkLst>
        </pc:grpChg>
        <pc:picChg chg="add del">
          <ac:chgData name="Suyog Mahale" userId="58a6b5e0c9a87e8e" providerId="LiveId" clId="{B1E3277D-E6F8-49C9-94CB-A87D9B7E7773}" dt="2024-12-10T23:39:36.223" v="3" actId="26606"/>
          <ac:picMkLst>
            <pc:docMk/>
            <pc:sldMk cId="1528287061" sldId="256"/>
            <ac:picMk id="4" creationId="{EA0904B9-8867-8DAB-59CF-F4E8CB6BFCAC}"/>
          </ac:picMkLst>
        </pc:picChg>
        <pc:picChg chg="add del">
          <ac:chgData name="Suyog Mahale" userId="58a6b5e0c9a87e8e" providerId="LiveId" clId="{B1E3277D-E6F8-49C9-94CB-A87D9B7E7773}" dt="2024-12-10T23:39:41.309" v="5" actId="26606"/>
          <ac:picMkLst>
            <pc:docMk/>
            <pc:sldMk cId="1528287061" sldId="256"/>
            <ac:picMk id="20" creationId="{F7E8BC0E-0C27-F10E-5EBE-01D443E77B06}"/>
          </ac:picMkLst>
        </pc:picChg>
        <pc:picChg chg="add del">
          <ac:chgData name="Suyog Mahale" userId="58a6b5e0c9a87e8e" providerId="LiveId" clId="{B1E3277D-E6F8-49C9-94CB-A87D9B7E7773}" dt="2024-12-10T23:39:42.748" v="7" actId="26606"/>
          <ac:picMkLst>
            <pc:docMk/>
            <pc:sldMk cId="1528287061" sldId="256"/>
            <ac:picMk id="27" creationId="{EA0904B9-8867-8DAB-59CF-F4E8CB6BFCAC}"/>
          </ac:picMkLst>
        </pc:picChg>
        <pc:picChg chg="add del">
          <ac:chgData name="Suyog Mahale" userId="58a6b5e0c9a87e8e" providerId="LiveId" clId="{B1E3277D-E6F8-49C9-94CB-A87D9B7E7773}" dt="2024-12-10T23:39:44.754" v="9" actId="26606"/>
          <ac:picMkLst>
            <pc:docMk/>
            <pc:sldMk cId="1528287061" sldId="256"/>
            <ac:picMk id="37" creationId="{85B6C3EA-340D-7587-6BE6-3B68F49DD0E0}"/>
          </ac:picMkLst>
        </pc:picChg>
        <pc:picChg chg="add mod ord">
          <ac:chgData name="Suyog Mahale" userId="58a6b5e0c9a87e8e" providerId="LiveId" clId="{B1E3277D-E6F8-49C9-94CB-A87D9B7E7773}" dt="2024-12-10T23:58:50.363" v="86" actId="26606"/>
          <ac:picMkLst>
            <pc:docMk/>
            <pc:sldMk cId="1528287061" sldId="256"/>
            <ac:picMk id="71" creationId="{C9A633C8-45B9-9800-65E4-D91B23FFD0B9}"/>
          </ac:picMkLst>
        </pc:picChg>
        <pc:cxnChg chg="add del">
          <ac:chgData name="Suyog Mahale" userId="58a6b5e0c9a87e8e" providerId="LiveId" clId="{B1E3277D-E6F8-49C9-94CB-A87D9B7E7773}" dt="2024-12-10T23:39:36.223" v="3" actId="26606"/>
          <ac:cxnSpMkLst>
            <pc:docMk/>
            <pc:sldMk cId="1528287061" sldId="256"/>
            <ac:cxnSpMk id="13" creationId="{8F4E56A8-93D5-4BE3-AE61-84677331AD07}"/>
          </ac:cxnSpMkLst>
        </pc:cxnChg>
        <pc:cxnChg chg="add del">
          <ac:chgData name="Suyog Mahale" userId="58a6b5e0c9a87e8e" providerId="LiveId" clId="{B1E3277D-E6F8-49C9-94CB-A87D9B7E7773}" dt="2024-12-10T23:39:36.223" v="3" actId="26606"/>
          <ac:cxnSpMkLst>
            <pc:docMk/>
            <pc:sldMk cId="1528287061" sldId="256"/>
            <ac:cxnSpMk id="15" creationId="{BD492A0C-1773-477B-83B5-C707CB057709}"/>
          </ac:cxnSpMkLst>
        </pc:cxnChg>
        <pc:cxnChg chg="add del">
          <ac:chgData name="Suyog Mahale" userId="58a6b5e0c9a87e8e" providerId="LiveId" clId="{B1E3277D-E6F8-49C9-94CB-A87D9B7E7773}" dt="2024-12-10T23:39:42.748" v="7" actId="26606"/>
          <ac:cxnSpMkLst>
            <pc:docMk/>
            <pc:sldMk cId="1528287061" sldId="256"/>
            <ac:cxnSpMk id="28" creationId="{8F4E56A8-93D5-4BE3-AE61-84677331AD07}"/>
          </ac:cxnSpMkLst>
        </pc:cxnChg>
        <pc:cxnChg chg="add del">
          <ac:chgData name="Suyog Mahale" userId="58a6b5e0c9a87e8e" providerId="LiveId" clId="{B1E3277D-E6F8-49C9-94CB-A87D9B7E7773}" dt="2024-12-10T23:39:42.748" v="7" actId="26606"/>
          <ac:cxnSpMkLst>
            <pc:docMk/>
            <pc:sldMk cId="1528287061" sldId="256"/>
            <ac:cxnSpMk id="29" creationId="{BD492A0C-1773-477B-83B5-C707CB057709}"/>
          </ac:cxnSpMkLst>
        </pc:cxnChg>
        <pc:cxnChg chg="add del">
          <ac:chgData name="Suyog Mahale" userId="58a6b5e0c9a87e8e" providerId="LiveId" clId="{B1E3277D-E6F8-49C9-94CB-A87D9B7E7773}" dt="2024-12-10T23:39:44.754" v="9" actId="26606"/>
          <ac:cxnSpMkLst>
            <pc:docMk/>
            <pc:sldMk cId="1528287061" sldId="256"/>
            <ac:cxnSpMk id="38" creationId="{EEA70831-9A8D-3B4D-8EA5-EE32F93E94E9}"/>
          </ac:cxnSpMkLst>
        </pc:cxnChg>
        <pc:cxnChg chg="add del">
          <ac:chgData name="Suyog Mahale" userId="58a6b5e0c9a87e8e" providerId="LiveId" clId="{B1E3277D-E6F8-49C9-94CB-A87D9B7E7773}" dt="2024-12-10T23:40:20.497" v="24" actId="26606"/>
          <ac:cxnSpMkLst>
            <pc:docMk/>
            <pc:sldMk cId="1528287061" sldId="256"/>
            <ac:cxnSpMk id="86" creationId="{56020367-4FD5-4596-8E10-C5F095CD8DBF}"/>
          </ac:cxnSpMkLst>
        </pc:cxnChg>
        <pc:cxnChg chg="add del">
          <ac:chgData name="Suyog Mahale" userId="58a6b5e0c9a87e8e" providerId="LiveId" clId="{B1E3277D-E6F8-49C9-94CB-A87D9B7E7773}" dt="2024-12-10T23:56:00.834" v="53"/>
          <ac:cxnSpMkLst>
            <pc:docMk/>
            <pc:sldMk cId="1528287061" sldId="256"/>
            <ac:cxnSpMk id="93" creationId="{4AA791FC-1AEF-4561-93B5-6B9E981BBB74}"/>
          </ac:cxnSpMkLst>
        </pc:cxnChg>
        <pc:cxnChg chg="add del">
          <ac:chgData name="Suyog Mahale" userId="58a6b5e0c9a87e8e" providerId="LiveId" clId="{B1E3277D-E6F8-49C9-94CB-A87D9B7E7773}" dt="2024-12-10T23:40:23.175" v="28" actId="26606"/>
          <ac:cxnSpMkLst>
            <pc:docMk/>
            <pc:sldMk cId="1528287061" sldId="256"/>
            <ac:cxnSpMk id="98" creationId="{56020367-4FD5-4596-8E10-C5F095CD8DBF}"/>
          </ac:cxnSpMkLst>
        </pc:cxnChg>
      </pc:sldChg>
      <pc:sldChg chg="addSp delSp modSp new mod setBg setClrOvrMap delDesignElem">
        <pc:chgData name="Suyog Mahale" userId="58a6b5e0c9a87e8e" providerId="LiveId" clId="{B1E3277D-E6F8-49C9-94CB-A87D9B7E7773}" dt="2024-12-13T21:48:10.482" v="20946" actId="20577"/>
        <pc:sldMkLst>
          <pc:docMk/>
          <pc:sldMk cId="3433746186" sldId="257"/>
        </pc:sldMkLst>
        <pc:spChg chg="mod">
          <ac:chgData name="Suyog Mahale" userId="58a6b5e0c9a87e8e" providerId="LiveId" clId="{B1E3277D-E6F8-49C9-94CB-A87D9B7E7773}" dt="2024-12-12T19:45:04.342" v="5235" actId="1076"/>
          <ac:spMkLst>
            <pc:docMk/>
            <pc:sldMk cId="3433746186" sldId="257"/>
            <ac:spMk id="2" creationId="{C1A660BD-5538-9646-3F5A-13252F0A7FDB}"/>
          </ac:spMkLst>
        </pc:spChg>
        <pc:spChg chg="add del mod">
          <ac:chgData name="Suyog Mahale" userId="58a6b5e0c9a87e8e" providerId="LiveId" clId="{B1E3277D-E6F8-49C9-94CB-A87D9B7E7773}" dt="2024-12-12T23:34:15.382" v="9189" actId="478"/>
          <ac:spMkLst>
            <pc:docMk/>
            <pc:sldMk cId="3433746186" sldId="257"/>
            <ac:spMk id="3" creationId="{4BA5BA09-1B94-2D8D-47CE-B6AB79D0F5B9}"/>
          </ac:spMkLst>
        </pc:spChg>
        <pc:spChg chg="del mod">
          <ac:chgData name="Suyog Mahale" userId="58a6b5e0c9a87e8e" providerId="LiveId" clId="{B1E3277D-E6F8-49C9-94CB-A87D9B7E7773}" dt="2024-12-11T00:14:06.475" v="485" actId="478"/>
          <ac:spMkLst>
            <pc:docMk/>
            <pc:sldMk cId="3433746186" sldId="257"/>
            <ac:spMk id="3" creationId="{E690DCAB-8117-4110-BA2D-C4E8BD5E6F4C}"/>
          </ac:spMkLst>
        </pc:spChg>
        <pc:spChg chg="add mod">
          <ac:chgData name="Suyog Mahale" userId="58a6b5e0c9a87e8e" providerId="LiveId" clId="{B1E3277D-E6F8-49C9-94CB-A87D9B7E7773}" dt="2024-12-12T23:36:10.686" v="9221" actId="1076"/>
          <ac:spMkLst>
            <pc:docMk/>
            <pc:sldMk cId="3433746186" sldId="257"/>
            <ac:spMk id="4" creationId="{A627BDE1-9427-DC1F-0BBC-72483A0DCEB8}"/>
          </ac:spMkLst>
        </pc:spChg>
        <pc:spChg chg="add del mod">
          <ac:chgData name="Suyog Mahale" userId="58a6b5e0c9a87e8e" providerId="LiveId" clId="{B1E3277D-E6F8-49C9-94CB-A87D9B7E7773}" dt="2024-12-12T22:43:56.121" v="7332" actId="478"/>
          <ac:spMkLst>
            <pc:docMk/>
            <pc:sldMk cId="3433746186" sldId="257"/>
            <ac:spMk id="5" creationId="{12EE7F84-03EE-0C5F-C740-9EE0B5CEED76}"/>
          </ac:spMkLst>
        </pc:spChg>
        <pc:spChg chg="add del">
          <ac:chgData name="Suyog Mahale" userId="58a6b5e0c9a87e8e" providerId="LiveId" clId="{B1E3277D-E6F8-49C9-94CB-A87D9B7E7773}" dt="2024-12-11T00:23:04.047" v="816"/>
          <ac:spMkLst>
            <pc:docMk/>
            <pc:sldMk cId="3433746186" sldId="257"/>
            <ac:spMk id="5" creationId="{E9B448F0-DA06-4165-AB5F-4330A20E06D0}"/>
          </ac:spMkLst>
        </pc:spChg>
        <pc:spChg chg="add del mod">
          <ac:chgData name="Suyog Mahale" userId="58a6b5e0c9a87e8e" providerId="LiveId" clId="{B1E3277D-E6F8-49C9-94CB-A87D9B7E7773}" dt="2024-12-12T23:34:27.157" v="9195" actId="478"/>
          <ac:spMkLst>
            <pc:docMk/>
            <pc:sldMk cId="3433746186" sldId="257"/>
            <ac:spMk id="6" creationId="{B2BCBABF-9FB9-9FA1-33B3-6876BC701259}"/>
          </ac:spMkLst>
        </pc:spChg>
        <pc:spChg chg="add mod">
          <ac:chgData name="Suyog Mahale" userId="58a6b5e0c9a87e8e" providerId="LiveId" clId="{B1E3277D-E6F8-49C9-94CB-A87D9B7E7773}" dt="2024-12-12T23:34:04.258" v="9185"/>
          <ac:spMkLst>
            <pc:docMk/>
            <pc:sldMk cId="3433746186" sldId="257"/>
            <ac:spMk id="7" creationId="{C16F6601-3F91-DDDD-3A8E-23B975007771}"/>
          </ac:spMkLst>
        </pc:spChg>
        <pc:spChg chg="add mod">
          <ac:chgData name="Suyog Mahale" userId="58a6b5e0c9a87e8e" providerId="LiveId" clId="{B1E3277D-E6F8-49C9-94CB-A87D9B7E7773}" dt="2024-12-12T23:35:56.099" v="9219" actId="1076"/>
          <ac:spMkLst>
            <pc:docMk/>
            <pc:sldMk cId="3433746186" sldId="257"/>
            <ac:spMk id="8" creationId="{7A8C45BE-74FE-9860-F806-44DE1C0F8200}"/>
          </ac:spMkLst>
        </pc:spChg>
        <pc:spChg chg="add del">
          <ac:chgData name="Suyog Mahale" userId="58a6b5e0c9a87e8e" providerId="LiveId" clId="{B1E3277D-E6F8-49C9-94CB-A87D9B7E7773}" dt="2024-12-10T23:40:51.611" v="38" actId="26606"/>
          <ac:spMkLst>
            <pc:docMk/>
            <pc:sldMk cId="3433746186" sldId="257"/>
            <ac:spMk id="8" creationId="{907EF6B7-1338-4443-8C46-6A318D952DFD}"/>
          </ac:spMkLst>
        </pc:spChg>
        <pc:spChg chg="add mod">
          <ac:chgData name="Suyog Mahale" userId="58a6b5e0c9a87e8e" providerId="LiveId" clId="{B1E3277D-E6F8-49C9-94CB-A87D9B7E7773}" dt="2024-12-13T15:20:44.445" v="17387" actId="255"/>
          <ac:spMkLst>
            <pc:docMk/>
            <pc:sldMk cId="3433746186" sldId="257"/>
            <ac:spMk id="9" creationId="{EEF2C7F7-940E-DFAE-29F3-61A56C562205}"/>
          </ac:spMkLst>
        </pc:spChg>
        <pc:spChg chg="add mod">
          <ac:chgData name="Suyog Mahale" userId="58a6b5e0c9a87e8e" providerId="LiveId" clId="{B1E3277D-E6F8-49C9-94CB-A87D9B7E7773}" dt="2024-12-13T15:17:13.702" v="17010" actId="1076"/>
          <ac:spMkLst>
            <pc:docMk/>
            <pc:sldMk cId="3433746186" sldId="257"/>
            <ac:spMk id="10" creationId="{2FC3B373-64D5-3805-2FAA-BAC024AAABCB}"/>
          </ac:spMkLst>
        </pc:spChg>
        <pc:spChg chg="add del">
          <ac:chgData name="Suyog Mahale" userId="58a6b5e0c9a87e8e" providerId="LiveId" clId="{B1E3277D-E6F8-49C9-94CB-A87D9B7E7773}" dt="2024-12-10T23:40:51.611" v="38" actId="26606"/>
          <ac:spMkLst>
            <pc:docMk/>
            <pc:sldMk cId="3433746186" sldId="257"/>
            <ac:spMk id="10" creationId="{DAAE4CDD-124C-4DCF-9584-B6033B545DD5}"/>
          </ac:spMkLst>
        </pc:spChg>
        <pc:spChg chg="add mod">
          <ac:chgData name="Suyog Mahale" userId="58a6b5e0c9a87e8e" providerId="LiveId" clId="{B1E3277D-E6F8-49C9-94CB-A87D9B7E7773}" dt="2024-12-13T15:33:33.012" v="17757" actId="20577"/>
          <ac:spMkLst>
            <pc:docMk/>
            <pc:sldMk cId="3433746186" sldId="257"/>
            <ac:spMk id="11" creationId="{56932F1F-5C95-A496-FB44-CBDC713D613B}"/>
          </ac:spMkLst>
        </pc:spChg>
        <pc:spChg chg="add del">
          <ac:chgData name="Suyog Mahale" userId="58a6b5e0c9a87e8e" providerId="LiveId" clId="{B1E3277D-E6F8-49C9-94CB-A87D9B7E7773}" dt="2024-12-10T23:40:51.611" v="38" actId="26606"/>
          <ac:spMkLst>
            <pc:docMk/>
            <pc:sldMk cId="3433746186" sldId="257"/>
            <ac:spMk id="12" creationId="{081E4A58-353D-44AE-B2FC-2A74E2E400F7}"/>
          </ac:spMkLst>
        </pc:spChg>
        <pc:spChg chg="add del mod">
          <ac:chgData name="Suyog Mahale" userId="58a6b5e0c9a87e8e" providerId="LiveId" clId="{B1E3277D-E6F8-49C9-94CB-A87D9B7E7773}" dt="2024-12-13T15:17:12.208" v="17009" actId="478"/>
          <ac:spMkLst>
            <pc:docMk/>
            <pc:sldMk cId="3433746186" sldId="257"/>
            <ac:spMk id="12" creationId="{BB58EC0C-13CA-7DE5-484F-657A14A0CDB8}"/>
          </ac:spMkLst>
        </pc:spChg>
        <pc:spChg chg="add del">
          <ac:chgData name="Suyog Mahale" userId="58a6b5e0c9a87e8e" providerId="LiveId" clId="{B1E3277D-E6F8-49C9-94CB-A87D9B7E7773}" dt="2024-12-10T23:40:53.447" v="40" actId="26606"/>
          <ac:spMkLst>
            <pc:docMk/>
            <pc:sldMk cId="3433746186" sldId="257"/>
            <ac:spMk id="14" creationId="{FA23A907-97FB-4A8F-880A-DD77401C4296}"/>
          </ac:spMkLst>
        </pc:spChg>
        <pc:spChg chg="add del">
          <ac:chgData name="Suyog Mahale" userId="58a6b5e0c9a87e8e" providerId="LiveId" clId="{B1E3277D-E6F8-49C9-94CB-A87D9B7E7773}" dt="2024-12-10T23:40:53.447" v="40" actId="26606"/>
          <ac:spMkLst>
            <pc:docMk/>
            <pc:sldMk cId="3433746186" sldId="257"/>
            <ac:spMk id="15" creationId="{C2554CA6-288E-4202-BC52-2E5A8F0C0AED}"/>
          </ac:spMkLst>
        </pc:spChg>
        <pc:spChg chg="add del">
          <ac:chgData name="Suyog Mahale" userId="58a6b5e0c9a87e8e" providerId="LiveId" clId="{B1E3277D-E6F8-49C9-94CB-A87D9B7E7773}" dt="2024-12-10T23:40:53.447" v="40" actId="26606"/>
          <ac:spMkLst>
            <pc:docMk/>
            <pc:sldMk cId="3433746186" sldId="257"/>
            <ac:spMk id="16" creationId="{B10BB131-AC8E-4A8E-A5D1-36260F720C3B}"/>
          </ac:spMkLst>
        </pc:spChg>
        <pc:spChg chg="add del">
          <ac:chgData name="Suyog Mahale" userId="58a6b5e0c9a87e8e" providerId="LiveId" clId="{B1E3277D-E6F8-49C9-94CB-A87D9B7E7773}" dt="2024-12-10T23:40:53.447" v="40" actId="26606"/>
          <ac:spMkLst>
            <pc:docMk/>
            <pc:sldMk cId="3433746186" sldId="257"/>
            <ac:spMk id="17" creationId="{5B7778FC-632E-4DCA-A7CB-0D7731CCF970}"/>
          </ac:spMkLst>
        </pc:spChg>
        <pc:spChg chg="add del">
          <ac:chgData name="Suyog Mahale" userId="58a6b5e0c9a87e8e" providerId="LiveId" clId="{B1E3277D-E6F8-49C9-94CB-A87D9B7E7773}" dt="2024-12-10T23:40:54.957" v="42" actId="26606"/>
          <ac:spMkLst>
            <pc:docMk/>
            <pc:sldMk cId="3433746186" sldId="257"/>
            <ac:spMk id="19" creationId="{907EF6B7-1338-4443-8C46-6A318D952DFD}"/>
          </ac:spMkLst>
        </pc:spChg>
        <pc:spChg chg="add del">
          <ac:chgData name="Suyog Mahale" userId="58a6b5e0c9a87e8e" providerId="LiveId" clId="{B1E3277D-E6F8-49C9-94CB-A87D9B7E7773}" dt="2024-12-10T23:40:54.957" v="42" actId="26606"/>
          <ac:spMkLst>
            <pc:docMk/>
            <pc:sldMk cId="3433746186" sldId="257"/>
            <ac:spMk id="20" creationId="{DAAE4CDD-124C-4DCF-9584-B6033B545DD5}"/>
          </ac:spMkLst>
        </pc:spChg>
        <pc:spChg chg="add del">
          <ac:chgData name="Suyog Mahale" userId="58a6b5e0c9a87e8e" providerId="LiveId" clId="{B1E3277D-E6F8-49C9-94CB-A87D9B7E7773}" dt="2024-12-10T23:40:54.957" v="42" actId="26606"/>
          <ac:spMkLst>
            <pc:docMk/>
            <pc:sldMk cId="3433746186" sldId="257"/>
            <ac:spMk id="21" creationId="{081E4A58-353D-44AE-B2FC-2A74E2E400F7}"/>
          </ac:spMkLst>
        </pc:spChg>
        <pc:spChg chg="add del">
          <ac:chgData name="Suyog Mahale" userId="58a6b5e0c9a87e8e" providerId="LiveId" clId="{B1E3277D-E6F8-49C9-94CB-A87D9B7E7773}" dt="2024-12-10T23:40:57.585" v="44" actId="26606"/>
          <ac:spMkLst>
            <pc:docMk/>
            <pc:sldMk cId="3433746186" sldId="257"/>
            <ac:spMk id="23" creationId="{70DFC902-7D23-471A-B557-B6B6917D7A0D}"/>
          </ac:spMkLst>
        </pc:spChg>
        <pc:spChg chg="add del">
          <ac:chgData name="Suyog Mahale" userId="58a6b5e0c9a87e8e" providerId="LiveId" clId="{B1E3277D-E6F8-49C9-94CB-A87D9B7E7773}" dt="2024-12-10T23:40:57.585" v="44" actId="26606"/>
          <ac:spMkLst>
            <pc:docMk/>
            <pc:sldMk cId="3433746186" sldId="257"/>
            <ac:spMk id="24" creationId="{A55D5633-D557-4DCA-982C-FF36EB7A1C00}"/>
          </ac:spMkLst>
        </pc:spChg>
        <pc:spChg chg="add del">
          <ac:chgData name="Suyog Mahale" userId="58a6b5e0c9a87e8e" providerId="LiveId" clId="{B1E3277D-E6F8-49C9-94CB-A87D9B7E7773}" dt="2024-12-10T23:40:57.585" v="44" actId="26606"/>
          <ac:spMkLst>
            <pc:docMk/>
            <pc:sldMk cId="3433746186" sldId="257"/>
            <ac:spMk id="25" creationId="{450D3AD2-FA80-415F-A9CE-54D884561CD7}"/>
          </ac:spMkLst>
        </pc:spChg>
        <pc:spChg chg="add del">
          <ac:chgData name="Suyog Mahale" userId="58a6b5e0c9a87e8e" providerId="LiveId" clId="{B1E3277D-E6F8-49C9-94CB-A87D9B7E7773}" dt="2024-12-10T23:55:47.171" v="48"/>
          <ac:spMkLst>
            <pc:docMk/>
            <pc:sldMk cId="3433746186" sldId="257"/>
            <ac:spMk id="27" creationId="{907EF6B7-1338-4443-8C46-6A318D952DFD}"/>
          </ac:spMkLst>
        </pc:spChg>
        <pc:spChg chg="add del">
          <ac:chgData name="Suyog Mahale" userId="58a6b5e0c9a87e8e" providerId="LiveId" clId="{B1E3277D-E6F8-49C9-94CB-A87D9B7E7773}" dt="2024-12-10T23:55:47.171" v="48"/>
          <ac:spMkLst>
            <pc:docMk/>
            <pc:sldMk cId="3433746186" sldId="257"/>
            <ac:spMk id="28" creationId="{DAAE4CDD-124C-4DCF-9584-B6033B545DD5}"/>
          </ac:spMkLst>
        </pc:spChg>
        <pc:spChg chg="add del">
          <ac:chgData name="Suyog Mahale" userId="58a6b5e0c9a87e8e" providerId="LiveId" clId="{B1E3277D-E6F8-49C9-94CB-A87D9B7E7773}" dt="2024-12-10T23:55:47.171" v="48"/>
          <ac:spMkLst>
            <pc:docMk/>
            <pc:sldMk cId="3433746186" sldId="257"/>
            <ac:spMk id="29" creationId="{081E4A58-353D-44AE-B2FC-2A74E2E400F7}"/>
          </ac:spMkLst>
        </pc:spChg>
        <pc:spChg chg="add del mod">
          <ac:chgData name="Suyog Mahale" userId="58a6b5e0c9a87e8e" providerId="LiveId" clId="{B1E3277D-E6F8-49C9-94CB-A87D9B7E7773}" dt="2024-12-12T22:42:49.242" v="7320" actId="478"/>
          <ac:spMkLst>
            <pc:docMk/>
            <pc:sldMk cId="3433746186" sldId="257"/>
            <ac:spMk id="62" creationId="{2269EA4E-FEA3-4234-F317-5477767FE6D8}"/>
          </ac:spMkLst>
        </pc:spChg>
        <pc:spChg chg="add del mod">
          <ac:chgData name="Suyog Mahale" userId="58a6b5e0c9a87e8e" providerId="LiveId" clId="{B1E3277D-E6F8-49C9-94CB-A87D9B7E7773}" dt="2024-12-12T22:10:14.343" v="7314" actId="478"/>
          <ac:spMkLst>
            <pc:docMk/>
            <pc:sldMk cId="3433746186" sldId="257"/>
            <ac:spMk id="63" creationId="{D25ABC60-3210-B135-E8D8-2E5F3E38FFD1}"/>
          </ac:spMkLst>
        </pc:spChg>
        <pc:spChg chg="add mod">
          <ac:chgData name="Suyog Mahale" userId="58a6b5e0c9a87e8e" providerId="LiveId" clId="{B1E3277D-E6F8-49C9-94CB-A87D9B7E7773}" dt="2024-12-13T21:48:10.482" v="20946" actId="20577"/>
          <ac:spMkLst>
            <pc:docMk/>
            <pc:sldMk cId="3433746186" sldId="257"/>
            <ac:spMk id="64" creationId="{63CBA995-DCF8-80A3-7F66-1CC8DB529382}"/>
          </ac:spMkLst>
        </pc:spChg>
        <pc:spChg chg="add del mod">
          <ac:chgData name="Suyog Mahale" userId="58a6b5e0c9a87e8e" providerId="LiveId" clId="{B1E3277D-E6F8-49C9-94CB-A87D9B7E7773}" dt="2024-12-12T22:10:19.998" v="7315" actId="478"/>
          <ac:spMkLst>
            <pc:docMk/>
            <pc:sldMk cId="3433746186" sldId="257"/>
            <ac:spMk id="65" creationId="{B83AB925-F4B3-FB32-D111-234FCBBDE28F}"/>
          </ac:spMkLst>
        </pc:spChg>
        <pc:spChg chg="add del mod">
          <ac:chgData name="Suyog Mahale" userId="58a6b5e0c9a87e8e" providerId="LiveId" clId="{B1E3277D-E6F8-49C9-94CB-A87D9B7E7773}" dt="2024-12-12T22:44:07.091" v="7336" actId="478"/>
          <ac:spMkLst>
            <pc:docMk/>
            <pc:sldMk cId="3433746186" sldId="257"/>
            <ac:spMk id="66" creationId="{FBD4A849-CF3D-3108-0289-D4AE4EC3C712}"/>
          </ac:spMkLst>
        </pc:spChg>
        <pc:grpChg chg="add del">
          <ac:chgData name="Suyog Mahale" userId="58a6b5e0c9a87e8e" providerId="LiveId" clId="{B1E3277D-E6F8-49C9-94CB-A87D9B7E7773}" dt="2024-12-11T00:23:04.047" v="816"/>
          <ac:grpSpMkLst>
            <pc:docMk/>
            <pc:sldMk cId="3433746186" sldId="257"/>
            <ac:grpSpMk id="7" creationId="{2576BCDF-119F-4EB5-83D7-ED823C93EBBD}"/>
          </ac:grpSpMkLst>
        </pc:grpChg>
        <pc:grpChg chg="add del">
          <ac:chgData name="Suyog Mahale" userId="58a6b5e0c9a87e8e" providerId="LiveId" clId="{B1E3277D-E6F8-49C9-94CB-A87D9B7E7773}" dt="2024-12-11T00:23:04.047" v="816"/>
          <ac:grpSpMkLst>
            <pc:docMk/>
            <pc:sldMk cId="3433746186" sldId="257"/>
            <ac:grpSpMk id="41" creationId="{8DB4BB99-C854-45F9-BED1-63D15E3A2411}"/>
          </ac:grpSpMkLst>
        </pc:grpChg>
        <pc:picChg chg="add del">
          <ac:chgData name="Suyog Mahale" userId="58a6b5e0c9a87e8e" providerId="LiveId" clId="{B1E3277D-E6F8-49C9-94CB-A87D9B7E7773}" dt="2024-12-11T00:23:04.047" v="816"/>
          <ac:picMkLst>
            <pc:docMk/>
            <pc:sldMk cId="3433746186" sldId="257"/>
            <ac:picMk id="6" creationId="{92D83638-A467-411A-9C31-FE9A111CD885}"/>
          </ac:picMkLst>
        </pc:picChg>
      </pc:sldChg>
      <pc:sldChg chg="addSp delSp modSp new del mod setBg setClrOvrMap">
        <pc:chgData name="Suyog Mahale" userId="58a6b5e0c9a87e8e" providerId="LiveId" clId="{B1E3277D-E6F8-49C9-94CB-A87D9B7E7773}" dt="2024-12-11T03:51:10.915" v="848" actId="2696"/>
        <pc:sldMkLst>
          <pc:docMk/>
          <pc:sldMk cId="45830981" sldId="258"/>
        </pc:sldMkLst>
        <pc:spChg chg="mod">
          <ac:chgData name="Suyog Mahale" userId="58a6b5e0c9a87e8e" providerId="LiveId" clId="{B1E3277D-E6F8-49C9-94CB-A87D9B7E7773}" dt="2024-12-11T00:24:18.838" v="824" actId="26606"/>
          <ac:spMkLst>
            <pc:docMk/>
            <pc:sldMk cId="45830981" sldId="258"/>
            <ac:spMk id="2" creationId="{473BDC80-9EA5-8C7F-5C45-FFEE6E891DFA}"/>
          </ac:spMkLst>
        </pc:spChg>
        <pc:spChg chg="mod">
          <ac:chgData name="Suyog Mahale" userId="58a6b5e0c9a87e8e" providerId="LiveId" clId="{B1E3277D-E6F8-49C9-94CB-A87D9B7E7773}" dt="2024-12-11T00:24:18.838" v="824" actId="26606"/>
          <ac:spMkLst>
            <pc:docMk/>
            <pc:sldMk cId="45830981" sldId="258"/>
            <ac:spMk id="3" creationId="{31BEA0E3-44D1-1B73-1AE7-390E9E837E94}"/>
          </ac:spMkLst>
        </pc:spChg>
        <pc:spChg chg="add del">
          <ac:chgData name="Suyog Mahale" userId="58a6b5e0c9a87e8e" providerId="LiveId" clId="{B1E3277D-E6F8-49C9-94CB-A87D9B7E7773}" dt="2024-12-11T00:24:18.838" v="824" actId="26606"/>
          <ac:spMkLst>
            <pc:docMk/>
            <pc:sldMk cId="45830981" sldId="258"/>
            <ac:spMk id="8" creationId="{CC892AB0-7D6D-4FC9-9105-0CB427161889}"/>
          </ac:spMkLst>
        </pc:spChg>
        <pc:spChg chg="add del">
          <ac:chgData name="Suyog Mahale" userId="58a6b5e0c9a87e8e" providerId="LiveId" clId="{B1E3277D-E6F8-49C9-94CB-A87D9B7E7773}" dt="2024-12-11T00:24:18.838" v="824" actId="26606"/>
          <ac:spMkLst>
            <pc:docMk/>
            <pc:sldMk cId="45830981" sldId="258"/>
            <ac:spMk id="38" creationId="{6D29BE04-4454-4832-B83F-10D001BFF94D}"/>
          </ac:spMkLst>
        </pc:spChg>
        <pc:spChg chg="add del">
          <ac:chgData name="Suyog Mahale" userId="58a6b5e0c9a87e8e" providerId="LiveId" clId="{B1E3277D-E6F8-49C9-94CB-A87D9B7E7773}" dt="2024-12-11T00:24:18.838" v="824" actId="26606"/>
          <ac:spMkLst>
            <pc:docMk/>
            <pc:sldMk cId="45830981" sldId="258"/>
            <ac:spMk id="40" creationId="{98714CE9-3C2C-48E1-8B8F-CFB7735C43D7}"/>
          </ac:spMkLst>
        </pc:spChg>
        <pc:spChg chg="add">
          <ac:chgData name="Suyog Mahale" userId="58a6b5e0c9a87e8e" providerId="LiveId" clId="{B1E3277D-E6F8-49C9-94CB-A87D9B7E7773}" dt="2024-12-11T00:24:18.838" v="824" actId="26606"/>
          <ac:spMkLst>
            <pc:docMk/>
            <pc:sldMk cId="45830981" sldId="258"/>
            <ac:spMk id="45" creationId="{E9B448F0-DA06-4165-AB5F-4330A20E06D0}"/>
          </ac:spMkLst>
        </pc:spChg>
        <pc:grpChg chg="add del">
          <ac:chgData name="Suyog Mahale" userId="58a6b5e0c9a87e8e" providerId="LiveId" clId="{B1E3277D-E6F8-49C9-94CB-A87D9B7E7773}" dt="2024-12-11T00:24:18.838" v="824" actId="26606"/>
          <ac:grpSpMkLst>
            <pc:docMk/>
            <pc:sldMk cId="45830981" sldId="258"/>
            <ac:grpSpMk id="10" creationId="{807353E4-FA19-40CB-8AF8-3A8E6704BE09}"/>
          </ac:grpSpMkLst>
        </pc:grpChg>
        <pc:grpChg chg="add del">
          <ac:chgData name="Suyog Mahale" userId="58a6b5e0c9a87e8e" providerId="LiveId" clId="{B1E3277D-E6F8-49C9-94CB-A87D9B7E7773}" dt="2024-12-11T00:24:18.838" v="824" actId="26606"/>
          <ac:grpSpMkLst>
            <pc:docMk/>
            <pc:sldMk cId="45830981" sldId="258"/>
            <ac:grpSpMk id="18" creationId="{0328E69E-CE3D-4110-8BF7-AD3C0C10CB1C}"/>
          </ac:grpSpMkLst>
        </pc:grpChg>
        <pc:grpChg chg="add del">
          <ac:chgData name="Suyog Mahale" userId="58a6b5e0c9a87e8e" providerId="LiveId" clId="{B1E3277D-E6F8-49C9-94CB-A87D9B7E7773}" dt="2024-12-11T00:24:18.838" v="824" actId="26606"/>
          <ac:grpSpMkLst>
            <pc:docMk/>
            <pc:sldMk cId="45830981" sldId="258"/>
            <ac:grpSpMk id="24" creationId="{F64806C9-3599-45A7-BCFF-F762C54276F8}"/>
          </ac:grpSpMkLst>
        </pc:grpChg>
        <pc:grpChg chg="add del">
          <ac:chgData name="Suyog Mahale" userId="58a6b5e0c9a87e8e" providerId="LiveId" clId="{B1E3277D-E6F8-49C9-94CB-A87D9B7E7773}" dt="2024-12-11T00:24:18.838" v="824" actId="26606"/>
          <ac:grpSpMkLst>
            <pc:docMk/>
            <pc:sldMk cId="45830981" sldId="258"/>
            <ac:grpSpMk id="30" creationId="{1287AC97-A8E8-4B45-A50A-3057A88B4088}"/>
          </ac:grpSpMkLst>
        </pc:grpChg>
        <pc:grpChg chg="add">
          <ac:chgData name="Suyog Mahale" userId="58a6b5e0c9a87e8e" providerId="LiveId" clId="{B1E3277D-E6F8-49C9-94CB-A87D9B7E7773}" dt="2024-12-11T00:24:18.838" v="824" actId="26606"/>
          <ac:grpSpMkLst>
            <pc:docMk/>
            <pc:sldMk cId="45830981" sldId="258"/>
            <ac:grpSpMk id="49" creationId="{2576BCDF-119F-4EB5-83D7-ED823C93EBBD}"/>
          </ac:grpSpMkLst>
        </pc:grpChg>
        <pc:grpChg chg="add">
          <ac:chgData name="Suyog Mahale" userId="58a6b5e0c9a87e8e" providerId="LiveId" clId="{B1E3277D-E6F8-49C9-94CB-A87D9B7E7773}" dt="2024-12-11T00:24:18.838" v="824" actId="26606"/>
          <ac:grpSpMkLst>
            <pc:docMk/>
            <pc:sldMk cId="45830981" sldId="258"/>
            <ac:grpSpMk id="78" creationId="{8DB4BB99-C854-45F9-BED1-63D15E3A2411}"/>
          </ac:grpSpMkLst>
        </pc:grpChg>
        <pc:picChg chg="add">
          <ac:chgData name="Suyog Mahale" userId="58a6b5e0c9a87e8e" providerId="LiveId" clId="{B1E3277D-E6F8-49C9-94CB-A87D9B7E7773}" dt="2024-12-11T00:24:18.838" v="824" actId="26606"/>
          <ac:picMkLst>
            <pc:docMk/>
            <pc:sldMk cId="45830981" sldId="258"/>
            <ac:picMk id="47" creationId="{92D83638-A467-411A-9C31-FE9A111CD885}"/>
          </ac:picMkLst>
        </pc:picChg>
      </pc:sldChg>
      <pc:sldChg chg="addSp delSp modSp new mod setBg delDesignElem">
        <pc:chgData name="Suyog Mahale" userId="58a6b5e0c9a87e8e" providerId="LiveId" clId="{B1E3277D-E6F8-49C9-94CB-A87D9B7E7773}" dt="2024-12-13T22:02:34.327" v="21075" actId="20577"/>
        <pc:sldMkLst>
          <pc:docMk/>
          <pc:sldMk cId="360847261" sldId="259"/>
        </pc:sldMkLst>
        <pc:spChg chg="mod">
          <ac:chgData name="Suyog Mahale" userId="58a6b5e0c9a87e8e" providerId="LiveId" clId="{B1E3277D-E6F8-49C9-94CB-A87D9B7E7773}" dt="2024-12-11T03:52:33.478" v="852" actId="122"/>
          <ac:spMkLst>
            <pc:docMk/>
            <pc:sldMk cId="360847261" sldId="259"/>
            <ac:spMk id="2" creationId="{7087DFC1-9850-101C-FD46-ECE51BC53F8A}"/>
          </ac:spMkLst>
        </pc:spChg>
        <pc:spChg chg="mod">
          <ac:chgData name="Suyog Mahale" userId="58a6b5e0c9a87e8e" providerId="LiveId" clId="{B1E3277D-E6F8-49C9-94CB-A87D9B7E7773}" dt="2024-12-13T22:02:34.327" v="21075" actId="20577"/>
          <ac:spMkLst>
            <pc:docMk/>
            <pc:sldMk cId="360847261" sldId="259"/>
            <ac:spMk id="3" creationId="{5757988F-B21E-A672-9441-0AA22C7A6F5B}"/>
          </ac:spMkLst>
        </pc:spChg>
        <pc:spChg chg="add">
          <ac:chgData name="Suyog Mahale" userId="58a6b5e0c9a87e8e" providerId="LiveId" clId="{B1E3277D-E6F8-49C9-94CB-A87D9B7E7773}" dt="2024-12-11T00:23:21.263" v="822" actId="26606"/>
          <ac:spMkLst>
            <pc:docMk/>
            <pc:sldMk cId="360847261" sldId="259"/>
            <ac:spMk id="5" creationId="{6BFC9644-673A-459F-B3C5-9310A4E50E3B}"/>
          </ac:spMkLst>
        </pc:spChg>
        <pc:spChg chg="add del">
          <ac:chgData name="Suyog Mahale" userId="58a6b5e0c9a87e8e" providerId="LiveId" clId="{B1E3277D-E6F8-49C9-94CB-A87D9B7E7773}" dt="2024-12-11T00:23:04.047" v="816"/>
          <ac:spMkLst>
            <pc:docMk/>
            <pc:sldMk cId="360847261" sldId="259"/>
            <ac:spMk id="8" creationId="{6BFC9644-673A-459F-B3C5-9310A4E50E3B}"/>
          </ac:spMkLst>
        </pc:spChg>
        <pc:spChg chg="add del">
          <ac:chgData name="Suyog Mahale" userId="58a6b5e0c9a87e8e" providerId="LiveId" clId="{B1E3277D-E6F8-49C9-94CB-A87D9B7E7773}" dt="2024-12-11T00:23:04.047" v="816"/>
          <ac:spMkLst>
            <pc:docMk/>
            <pc:sldMk cId="360847261" sldId="259"/>
            <ac:spMk id="39" creationId="{7D1C411D-0818-4640-8657-2AF78250C802}"/>
          </ac:spMkLst>
        </pc:spChg>
        <pc:spChg chg="add">
          <ac:chgData name="Suyog Mahale" userId="58a6b5e0c9a87e8e" providerId="LiveId" clId="{B1E3277D-E6F8-49C9-94CB-A87D9B7E7773}" dt="2024-12-11T00:23:21.263" v="822" actId="26606"/>
          <ac:spMkLst>
            <pc:docMk/>
            <pc:sldMk cId="360847261" sldId="259"/>
            <ac:spMk id="64" creationId="{7D1C411D-0818-4640-8657-2AF78250C802}"/>
          </ac:spMkLst>
        </pc:spChg>
        <pc:grpChg chg="add">
          <ac:chgData name="Suyog Mahale" userId="58a6b5e0c9a87e8e" providerId="LiveId" clId="{B1E3277D-E6F8-49C9-94CB-A87D9B7E7773}" dt="2024-12-11T00:23:21.263" v="822" actId="26606"/>
          <ac:grpSpMkLst>
            <pc:docMk/>
            <pc:sldMk cId="360847261" sldId="259"/>
            <ac:grpSpMk id="6" creationId="{4ADB9295-9645-4BF2-ADFD-75800B7FAD06}"/>
          </ac:grpSpMkLst>
        </pc:grpChg>
        <pc:grpChg chg="add del">
          <ac:chgData name="Suyog Mahale" userId="58a6b5e0c9a87e8e" providerId="LiveId" clId="{B1E3277D-E6F8-49C9-94CB-A87D9B7E7773}" dt="2024-12-11T00:23:04.047" v="816"/>
          <ac:grpSpMkLst>
            <pc:docMk/>
            <pc:sldMk cId="360847261" sldId="259"/>
            <ac:grpSpMk id="10" creationId="{4ADB9295-9645-4BF2-ADFD-75800B7FAD06}"/>
          </ac:grpSpMkLst>
        </pc:grpChg>
      </pc:sldChg>
      <pc:sldChg chg="new del">
        <pc:chgData name="Suyog Mahale" userId="58a6b5e0c9a87e8e" providerId="LiveId" clId="{B1E3277D-E6F8-49C9-94CB-A87D9B7E7773}" dt="2024-12-11T00:02:38.719" v="143" actId="2696"/>
        <pc:sldMkLst>
          <pc:docMk/>
          <pc:sldMk cId="3121313226" sldId="259"/>
        </pc:sldMkLst>
      </pc:sldChg>
      <pc:sldChg chg="addSp delSp modSp new mod ord setBg">
        <pc:chgData name="Suyog Mahale" userId="58a6b5e0c9a87e8e" providerId="LiveId" clId="{B1E3277D-E6F8-49C9-94CB-A87D9B7E7773}" dt="2024-12-13T04:18:32.236" v="14836"/>
        <pc:sldMkLst>
          <pc:docMk/>
          <pc:sldMk cId="1212991380" sldId="260"/>
        </pc:sldMkLst>
        <pc:spChg chg="mod">
          <ac:chgData name="Suyog Mahale" userId="58a6b5e0c9a87e8e" providerId="LiveId" clId="{B1E3277D-E6F8-49C9-94CB-A87D9B7E7773}" dt="2024-12-11T23:45:14.454" v="3331" actId="14861"/>
          <ac:spMkLst>
            <pc:docMk/>
            <pc:sldMk cId="1212991380" sldId="260"/>
            <ac:spMk id="2" creationId="{671E7363-7972-38AA-3DAD-C96D66D5B6EC}"/>
          </ac:spMkLst>
        </pc:spChg>
        <pc:spChg chg="mod">
          <ac:chgData name="Suyog Mahale" userId="58a6b5e0c9a87e8e" providerId="LiveId" clId="{B1E3277D-E6F8-49C9-94CB-A87D9B7E7773}" dt="2024-12-11T23:06:35.534" v="2007" actId="313"/>
          <ac:spMkLst>
            <pc:docMk/>
            <pc:sldMk cId="1212991380" sldId="260"/>
            <ac:spMk id="3" creationId="{D5313364-860C-B71F-FCB9-18635CE88731}"/>
          </ac:spMkLst>
        </pc:spChg>
        <pc:spChg chg="add del mod">
          <ac:chgData name="Suyog Mahale" userId="58a6b5e0c9a87e8e" providerId="LiveId" clId="{B1E3277D-E6F8-49C9-94CB-A87D9B7E7773}" dt="2024-12-11T23:07:33.036" v="2009" actId="12084"/>
          <ac:spMkLst>
            <pc:docMk/>
            <pc:sldMk cId="1212991380" sldId="260"/>
            <ac:spMk id="4" creationId="{463C78E5-5716-333F-A2C1-9B6349B96AC0}"/>
          </ac:spMkLst>
        </pc:spChg>
        <pc:spChg chg="add mod">
          <ac:chgData name="Suyog Mahale" userId="58a6b5e0c9a87e8e" providerId="LiveId" clId="{B1E3277D-E6F8-49C9-94CB-A87D9B7E7773}" dt="2024-12-11T23:03:18.940" v="1962"/>
          <ac:spMkLst>
            <pc:docMk/>
            <pc:sldMk cId="1212991380" sldId="260"/>
            <ac:spMk id="8" creationId="{156601E6-691A-B039-06D4-A3FA4C680660}"/>
          </ac:spMkLst>
        </pc:spChg>
        <pc:spChg chg="add mod">
          <ac:chgData name="Suyog Mahale" userId="58a6b5e0c9a87e8e" providerId="LiveId" clId="{B1E3277D-E6F8-49C9-94CB-A87D9B7E7773}" dt="2024-12-11T23:03:18.940" v="1962"/>
          <ac:spMkLst>
            <pc:docMk/>
            <pc:sldMk cId="1212991380" sldId="260"/>
            <ac:spMk id="9" creationId="{7F6DBDF4-0964-A43F-EEAF-FD0BD815B158}"/>
          </ac:spMkLst>
        </pc:spChg>
        <pc:spChg chg="add mod">
          <ac:chgData name="Suyog Mahale" userId="58a6b5e0c9a87e8e" providerId="LiveId" clId="{B1E3277D-E6F8-49C9-94CB-A87D9B7E7773}" dt="2024-12-11T23:03:31.260" v="1965"/>
          <ac:spMkLst>
            <pc:docMk/>
            <pc:sldMk cId="1212991380" sldId="260"/>
            <ac:spMk id="11" creationId="{180A8149-45BE-8EB8-083D-9E88F02BCAAA}"/>
          </ac:spMkLst>
        </pc:spChg>
        <pc:spChg chg="add mod">
          <ac:chgData name="Suyog Mahale" userId="58a6b5e0c9a87e8e" providerId="LiveId" clId="{B1E3277D-E6F8-49C9-94CB-A87D9B7E7773}" dt="2024-12-11T23:04:11.129" v="1973" actId="1076"/>
          <ac:spMkLst>
            <pc:docMk/>
            <pc:sldMk cId="1212991380" sldId="260"/>
            <ac:spMk id="12" creationId="{02C31BB9-D1BB-067D-518F-C2C1BBBB8471}"/>
          </ac:spMkLst>
        </pc:spChg>
        <pc:grpChg chg="add del mod">
          <ac:chgData name="Suyog Mahale" userId="58a6b5e0c9a87e8e" providerId="LiveId" clId="{B1E3277D-E6F8-49C9-94CB-A87D9B7E7773}" dt="2024-12-11T23:05:03.311" v="1983" actId="478"/>
          <ac:grpSpMkLst>
            <pc:docMk/>
            <pc:sldMk cId="1212991380" sldId="260"/>
            <ac:grpSpMk id="7" creationId="{8746E877-FB1C-A7F4-41F1-8697165D022A}"/>
          </ac:grpSpMkLst>
        </pc:grpChg>
        <pc:grpChg chg="add del mod">
          <ac:chgData name="Suyog Mahale" userId="58a6b5e0c9a87e8e" providerId="LiveId" clId="{B1E3277D-E6F8-49C9-94CB-A87D9B7E7773}" dt="2024-12-11T23:05:00.438" v="1982" actId="478"/>
          <ac:grpSpMkLst>
            <pc:docMk/>
            <pc:sldMk cId="1212991380" sldId="260"/>
            <ac:grpSpMk id="10" creationId="{48CC78BB-EBEB-059F-2690-A8122EF02DB5}"/>
          </ac:grpSpMkLst>
        </pc:grpChg>
        <pc:graphicFrameChg chg="add mod">
          <ac:chgData name="Suyog Mahale" userId="58a6b5e0c9a87e8e" providerId="LiveId" clId="{B1E3277D-E6F8-49C9-94CB-A87D9B7E7773}" dt="2024-12-11T22:59:52.704" v="1929" actId="12084"/>
          <ac:graphicFrameMkLst>
            <pc:docMk/>
            <pc:sldMk cId="1212991380" sldId="260"/>
            <ac:graphicFrameMk id="5" creationId="{C17288D2-ED5C-7FF8-8981-C157324E25D3}"/>
          </ac:graphicFrameMkLst>
        </pc:graphicFrameChg>
        <pc:graphicFrameChg chg="add del mod modGraphic">
          <ac:chgData name="Suyog Mahale" userId="58a6b5e0c9a87e8e" providerId="LiveId" clId="{B1E3277D-E6F8-49C9-94CB-A87D9B7E7773}" dt="2024-12-11T23:04:58.927" v="1981" actId="478"/>
          <ac:graphicFrameMkLst>
            <pc:docMk/>
            <pc:sldMk cId="1212991380" sldId="260"/>
            <ac:graphicFrameMk id="6" creationId="{3B1ED431-DB32-A5E6-966D-CA6DB68F6A59}"/>
          </ac:graphicFrameMkLst>
        </pc:graphicFrameChg>
        <pc:graphicFrameChg chg="add mod">
          <ac:chgData name="Suyog Mahale" userId="58a6b5e0c9a87e8e" providerId="LiveId" clId="{B1E3277D-E6F8-49C9-94CB-A87D9B7E7773}" dt="2024-12-11T23:09:53.740" v="2024" actId="207"/>
          <ac:graphicFrameMkLst>
            <pc:docMk/>
            <pc:sldMk cId="1212991380" sldId="260"/>
            <ac:graphicFrameMk id="13" creationId="{9E943990-E2D1-0851-7485-9C78B099BCFC}"/>
          </ac:graphicFrameMkLst>
        </pc:graphicFrameChg>
      </pc:sldChg>
      <pc:sldChg chg="new del">
        <pc:chgData name="Suyog Mahale" userId="58a6b5e0c9a87e8e" providerId="LiveId" clId="{B1E3277D-E6F8-49C9-94CB-A87D9B7E7773}" dt="2024-12-11T22:47:55.802" v="854" actId="47"/>
        <pc:sldMkLst>
          <pc:docMk/>
          <pc:sldMk cId="2239499671" sldId="260"/>
        </pc:sldMkLst>
      </pc:sldChg>
      <pc:sldChg chg="delSp modSp new del mod">
        <pc:chgData name="Suyog Mahale" userId="58a6b5e0c9a87e8e" providerId="LiveId" clId="{B1E3277D-E6F8-49C9-94CB-A87D9B7E7773}" dt="2024-12-11T23:10:31.870" v="2039" actId="2696"/>
        <pc:sldMkLst>
          <pc:docMk/>
          <pc:sldMk cId="2443506235" sldId="261"/>
        </pc:sldMkLst>
        <pc:spChg chg="mod">
          <ac:chgData name="Suyog Mahale" userId="58a6b5e0c9a87e8e" providerId="LiveId" clId="{B1E3277D-E6F8-49C9-94CB-A87D9B7E7773}" dt="2024-12-11T23:10:11.573" v="2037" actId="20577"/>
          <ac:spMkLst>
            <pc:docMk/>
            <pc:sldMk cId="2443506235" sldId="261"/>
            <ac:spMk id="2" creationId="{927C01D0-DF31-C51D-FB6D-8816250BCA40}"/>
          </ac:spMkLst>
        </pc:spChg>
        <pc:spChg chg="del">
          <ac:chgData name="Suyog Mahale" userId="58a6b5e0c9a87e8e" providerId="LiveId" clId="{B1E3277D-E6F8-49C9-94CB-A87D9B7E7773}" dt="2024-12-11T23:10:24.809" v="2038" actId="478"/>
          <ac:spMkLst>
            <pc:docMk/>
            <pc:sldMk cId="2443506235" sldId="261"/>
            <ac:spMk id="3" creationId="{029E0F01-3183-ACBE-54E0-0D9D00FB0270}"/>
          </ac:spMkLst>
        </pc:spChg>
      </pc:sldChg>
      <pc:sldChg chg="addSp delSp modSp new mod setBg">
        <pc:chgData name="Suyog Mahale" userId="58a6b5e0c9a87e8e" providerId="LiveId" clId="{B1E3277D-E6F8-49C9-94CB-A87D9B7E7773}" dt="2024-12-14T00:47:41.175" v="21773" actId="20577"/>
        <pc:sldMkLst>
          <pc:docMk/>
          <pc:sldMk cId="4098916280" sldId="261"/>
        </pc:sldMkLst>
        <pc:spChg chg="mod">
          <ac:chgData name="Suyog Mahale" userId="58a6b5e0c9a87e8e" providerId="LiveId" clId="{B1E3277D-E6F8-49C9-94CB-A87D9B7E7773}" dt="2024-12-12T01:22:07.055" v="3372" actId="26606"/>
          <ac:spMkLst>
            <pc:docMk/>
            <pc:sldMk cId="4098916280" sldId="261"/>
            <ac:spMk id="2" creationId="{D1AB5667-B779-3D89-544F-7C1B13428849}"/>
          </ac:spMkLst>
        </pc:spChg>
        <pc:spChg chg="add del mod">
          <ac:chgData name="Suyog Mahale" userId="58a6b5e0c9a87e8e" providerId="LiveId" clId="{B1E3277D-E6F8-49C9-94CB-A87D9B7E7773}" dt="2024-12-11T23:21:34.545" v="3281" actId="12084"/>
          <ac:spMkLst>
            <pc:docMk/>
            <pc:sldMk cId="4098916280" sldId="261"/>
            <ac:spMk id="3" creationId="{6FA8E342-F3EF-D488-F5C9-CFD80FFB45EC}"/>
          </ac:spMkLst>
        </pc:spChg>
        <pc:spChg chg="add del">
          <ac:chgData name="Suyog Mahale" userId="58a6b5e0c9a87e8e" providerId="LiveId" clId="{B1E3277D-E6F8-49C9-94CB-A87D9B7E7773}" dt="2024-12-11T23:11:13.069" v="2044" actId="26606"/>
          <ac:spMkLst>
            <pc:docMk/>
            <pc:sldMk cId="4098916280" sldId="261"/>
            <ac:spMk id="8" creationId="{CC892AB0-7D6D-4FC9-9105-0CB427161889}"/>
          </ac:spMkLst>
        </pc:spChg>
        <pc:spChg chg="add del">
          <ac:chgData name="Suyog Mahale" userId="58a6b5e0c9a87e8e" providerId="LiveId" clId="{B1E3277D-E6F8-49C9-94CB-A87D9B7E7773}" dt="2024-12-12T01:22:07.055" v="3372" actId="26606"/>
          <ac:spMkLst>
            <pc:docMk/>
            <pc:sldMk cId="4098916280" sldId="261"/>
            <ac:spMk id="12" creationId="{2EEF4763-EB4A-4A35-89EB-AD2763B48C3B}"/>
          </ac:spMkLst>
        </pc:spChg>
        <pc:spChg chg="add del">
          <ac:chgData name="Suyog Mahale" userId="58a6b5e0c9a87e8e" providerId="LiveId" clId="{B1E3277D-E6F8-49C9-94CB-A87D9B7E7773}" dt="2024-12-11T23:11:13.069" v="2044" actId="26606"/>
          <ac:spMkLst>
            <pc:docMk/>
            <pc:sldMk cId="4098916280" sldId="261"/>
            <ac:spMk id="38" creationId="{6D29BE04-4454-4832-B83F-10D001BFF94D}"/>
          </ac:spMkLst>
        </pc:spChg>
        <pc:spChg chg="add del">
          <ac:chgData name="Suyog Mahale" userId="58a6b5e0c9a87e8e" providerId="LiveId" clId="{B1E3277D-E6F8-49C9-94CB-A87D9B7E7773}" dt="2024-12-11T23:11:13.069" v="2044" actId="26606"/>
          <ac:spMkLst>
            <pc:docMk/>
            <pc:sldMk cId="4098916280" sldId="261"/>
            <ac:spMk id="40" creationId="{98714CE9-3C2C-48E1-8B8F-CFB7735C43D7}"/>
          </ac:spMkLst>
        </pc:spChg>
        <pc:grpChg chg="add del">
          <ac:chgData name="Suyog Mahale" userId="58a6b5e0c9a87e8e" providerId="LiveId" clId="{B1E3277D-E6F8-49C9-94CB-A87D9B7E7773}" dt="2024-12-11T23:11:13.069" v="2044" actId="26606"/>
          <ac:grpSpMkLst>
            <pc:docMk/>
            <pc:sldMk cId="4098916280" sldId="261"/>
            <ac:grpSpMk id="10" creationId="{807353E4-FA19-40CB-8AF8-3A8E6704BE09}"/>
          </ac:grpSpMkLst>
        </pc:grpChg>
        <pc:grpChg chg="add del">
          <ac:chgData name="Suyog Mahale" userId="58a6b5e0c9a87e8e" providerId="LiveId" clId="{B1E3277D-E6F8-49C9-94CB-A87D9B7E7773}" dt="2024-12-11T23:11:13.069" v="2044" actId="26606"/>
          <ac:grpSpMkLst>
            <pc:docMk/>
            <pc:sldMk cId="4098916280" sldId="261"/>
            <ac:grpSpMk id="18" creationId="{0328E69E-CE3D-4110-8BF7-AD3C0C10CB1C}"/>
          </ac:grpSpMkLst>
        </pc:grpChg>
        <pc:grpChg chg="add del">
          <ac:chgData name="Suyog Mahale" userId="58a6b5e0c9a87e8e" providerId="LiveId" clId="{B1E3277D-E6F8-49C9-94CB-A87D9B7E7773}" dt="2024-12-11T23:11:13.069" v="2044" actId="26606"/>
          <ac:grpSpMkLst>
            <pc:docMk/>
            <pc:sldMk cId="4098916280" sldId="261"/>
            <ac:grpSpMk id="24" creationId="{F64806C9-3599-45A7-BCFF-F762C54276F8}"/>
          </ac:grpSpMkLst>
        </pc:grpChg>
        <pc:grpChg chg="add del">
          <ac:chgData name="Suyog Mahale" userId="58a6b5e0c9a87e8e" providerId="LiveId" clId="{B1E3277D-E6F8-49C9-94CB-A87D9B7E7773}" dt="2024-12-11T23:11:13.069" v="2044" actId="26606"/>
          <ac:grpSpMkLst>
            <pc:docMk/>
            <pc:sldMk cId="4098916280" sldId="261"/>
            <ac:grpSpMk id="30" creationId="{1287AC97-A8E8-4B45-A50A-3057A88B4088}"/>
          </ac:grpSpMkLst>
        </pc:grpChg>
        <pc:graphicFrameChg chg="add del mod modGraphic">
          <ac:chgData name="Suyog Mahale" userId="58a6b5e0c9a87e8e" providerId="LiveId" clId="{B1E3277D-E6F8-49C9-94CB-A87D9B7E7773}" dt="2024-12-11T23:12:45.242" v="2069" actId="1032"/>
          <ac:graphicFrameMkLst>
            <pc:docMk/>
            <pc:sldMk cId="4098916280" sldId="261"/>
            <ac:graphicFrameMk id="4" creationId="{65352DF2-C1A3-6455-0493-2C116CDF97D7}"/>
          </ac:graphicFrameMkLst>
        </pc:graphicFrameChg>
        <pc:graphicFrameChg chg="add mod">
          <ac:chgData name="Suyog Mahale" userId="58a6b5e0c9a87e8e" providerId="LiveId" clId="{B1E3277D-E6F8-49C9-94CB-A87D9B7E7773}" dt="2024-12-11T23:20:35.839" v="3276" actId="12084"/>
          <ac:graphicFrameMkLst>
            <pc:docMk/>
            <pc:sldMk cId="4098916280" sldId="261"/>
            <ac:graphicFrameMk id="5" creationId="{E44FEFF1-7A8E-17D3-9268-DD17455768EE}"/>
          </ac:graphicFrameMkLst>
        </pc:graphicFrameChg>
        <pc:graphicFrameChg chg="add mod">
          <ac:chgData name="Suyog Mahale" userId="58a6b5e0c9a87e8e" providerId="LiveId" clId="{B1E3277D-E6F8-49C9-94CB-A87D9B7E7773}" dt="2024-12-11T23:21:05.462" v="3280" actId="12084"/>
          <ac:graphicFrameMkLst>
            <pc:docMk/>
            <pc:sldMk cId="4098916280" sldId="261"/>
            <ac:graphicFrameMk id="6" creationId="{CE31DAAA-599F-4FE1-746E-74D50144B7B8}"/>
          </ac:graphicFrameMkLst>
        </pc:graphicFrameChg>
        <pc:graphicFrameChg chg="add mod modGraphic">
          <ac:chgData name="Suyog Mahale" userId="58a6b5e0c9a87e8e" providerId="LiveId" clId="{B1E3277D-E6F8-49C9-94CB-A87D9B7E7773}" dt="2024-12-14T00:47:41.175" v="21773" actId="20577"/>
          <ac:graphicFrameMkLst>
            <pc:docMk/>
            <pc:sldMk cId="4098916280" sldId="261"/>
            <ac:graphicFrameMk id="7" creationId="{B42241AD-485D-A932-82D1-6EAEBC737253}"/>
          </ac:graphicFrameMkLst>
        </pc:graphicFrameChg>
      </pc:sldChg>
      <pc:sldChg chg="new del">
        <pc:chgData name="Suyog Mahale" userId="58a6b5e0c9a87e8e" providerId="LiveId" clId="{B1E3277D-E6F8-49C9-94CB-A87D9B7E7773}" dt="2024-12-11T23:10:49.242" v="2041" actId="47"/>
        <pc:sldMkLst>
          <pc:docMk/>
          <pc:sldMk cId="4250125900" sldId="261"/>
        </pc:sldMkLst>
      </pc:sldChg>
      <pc:sldChg chg="addSp delSp modSp new mod setBg">
        <pc:chgData name="Suyog Mahale" userId="58a6b5e0c9a87e8e" providerId="LiveId" clId="{B1E3277D-E6F8-49C9-94CB-A87D9B7E7773}" dt="2024-12-13T23:56:03.383" v="21365" actId="20577"/>
        <pc:sldMkLst>
          <pc:docMk/>
          <pc:sldMk cId="483939439" sldId="262"/>
        </pc:sldMkLst>
        <pc:spChg chg="mod">
          <ac:chgData name="Suyog Mahale" userId="58a6b5e0c9a87e8e" providerId="LiveId" clId="{B1E3277D-E6F8-49C9-94CB-A87D9B7E7773}" dt="2024-12-12T23:16:12.906" v="8225" actId="255"/>
          <ac:spMkLst>
            <pc:docMk/>
            <pc:sldMk cId="483939439" sldId="262"/>
            <ac:spMk id="2" creationId="{4BB3F55E-DD7C-8DBE-2FD8-BD0D848B1706}"/>
          </ac:spMkLst>
        </pc:spChg>
        <pc:spChg chg="add del mod">
          <ac:chgData name="Suyog Mahale" userId="58a6b5e0c9a87e8e" providerId="LiveId" clId="{B1E3277D-E6F8-49C9-94CB-A87D9B7E7773}" dt="2024-12-13T23:56:03.383" v="21365" actId="20577"/>
          <ac:spMkLst>
            <pc:docMk/>
            <pc:sldMk cId="483939439" sldId="262"/>
            <ac:spMk id="3" creationId="{5A6BE092-8746-18A7-C098-55DE94A459BF}"/>
          </ac:spMkLst>
        </pc:spChg>
        <pc:spChg chg="add del">
          <ac:chgData name="Suyog Mahale" userId="58a6b5e0c9a87e8e" providerId="LiveId" clId="{B1E3277D-E6F8-49C9-94CB-A87D9B7E7773}" dt="2024-12-12T00:43:24.174" v="3353" actId="26606"/>
          <ac:spMkLst>
            <pc:docMk/>
            <pc:sldMk cId="483939439" sldId="262"/>
            <ac:spMk id="8" creationId="{E978A47D-4F17-40FE-AB70-7AF78A9575EB}"/>
          </ac:spMkLst>
        </pc:spChg>
        <pc:spChg chg="add mod">
          <ac:chgData name="Suyog Mahale" userId="58a6b5e0c9a87e8e" providerId="LiveId" clId="{B1E3277D-E6F8-49C9-94CB-A87D9B7E7773}" dt="2024-12-12T23:17:06.560" v="8233" actId="14861"/>
          <ac:spMkLst>
            <pc:docMk/>
            <pc:sldMk cId="483939439" sldId="262"/>
            <ac:spMk id="9" creationId="{B314AF32-2FE0-5439-D1D0-346BDDB7FA4E}"/>
          </ac:spMkLst>
        </pc:spChg>
        <pc:spChg chg="add del">
          <ac:chgData name="Suyog Mahale" userId="58a6b5e0c9a87e8e" providerId="LiveId" clId="{B1E3277D-E6F8-49C9-94CB-A87D9B7E7773}" dt="2024-12-12T00:43:37.074" v="3365" actId="26606"/>
          <ac:spMkLst>
            <pc:docMk/>
            <pc:sldMk cId="483939439" sldId="262"/>
            <ac:spMk id="38" creationId="{6D29BE04-4454-4832-B83F-10D001BFF94D}"/>
          </ac:spMkLst>
        </pc:spChg>
        <pc:spChg chg="add del">
          <ac:chgData name="Suyog Mahale" userId="58a6b5e0c9a87e8e" providerId="LiveId" clId="{B1E3277D-E6F8-49C9-94CB-A87D9B7E7773}" dt="2024-12-12T00:43:25.128" v="3355" actId="26606"/>
          <ac:spMkLst>
            <pc:docMk/>
            <pc:sldMk cId="483939439" sldId="262"/>
            <ac:spMk id="53" creationId="{B61375F2-60B1-44ED-B60A-019C4BD5A62A}"/>
          </ac:spMkLst>
        </pc:spChg>
        <pc:spChg chg="add del">
          <ac:chgData name="Suyog Mahale" userId="58a6b5e0c9a87e8e" providerId="LiveId" clId="{B1E3277D-E6F8-49C9-94CB-A87D9B7E7773}" dt="2024-12-12T00:43:26.964" v="3357" actId="26606"/>
          <ac:spMkLst>
            <pc:docMk/>
            <pc:sldMk cId="483939439" sldId="262"/>
            <ac:spMk id="93" creationId="{1ECA9AF1-370A-4AF8-9B82-4D11601AA6F5}"/>
          </ac:spMkLst>
        </pc:spChg>
        <pc:spChg chg="add del">
          <ac:chgData name="Suyog Mahale" userId="58a6b5e0c9a87e8e" providerId="LiveId" clId="{B1E3277D-E6F8-49C9-94CB-A87D9B7E7773}" dt="2024-12-12T00:43:26.964" v="3357" actId="26606"/>
          <ac:spMkLst>
            <pc:docMk/>
            <pc:sldMk cId="483939439" sldId="262"/>
            <ac:spMk id="94" creationId="{BE9CFF9D-9107-400A-8C5A-09CA2BA7A8F9}"/>
          </ac:spMkLst>
        </pc:spChg>
        <pc:spChg chg="add">
          <ac:chgData name="Suyog Mahale" userId="58a6b5e0c9a87e8e" providerId="LiveId" clId="{B1E3277D-E6F8-49C9-94CB-A87D9B7E7773}" dt="2024-12-13T20:51:32.094" v="20695"/>
          <ac:spMkLst>
            <pc:docMk/>
            <pc:sldMk cId="483939439" sldId="262"/>
            <ac:spMk id="96" creationId="{E595D776-6CE1-52A1-5207-3F825CA871B9}"/>
          </ac:spMkLst>
        </pc:spChg>
        <pc:spChg chg="add del">
          <ac:chgData name="Suyog Mahale" userId="58a6b5e0c9a87e8e" providerId="LiveId" clId="{B1E3277D-E6F8-49C9-94CB-A87D9B7E7773}" dt="2024-12-12T00:43:28.172" v="3359" actId="26606"/>
          <ac:spMkLst>
            <pc:docMk/>
            <pc:sldMk cId="483939439" sldId="262"/>
            <ac:spMk id="97" creationId="{B61375F2-60B1-44ED-B60A-019C4BD5A62A}"/>
          </ac:spMkLst>
        </pc:spChg>
        <pc:spChg chg="add mod">
          <ac:chgData name="Suyog Mahale" userId="58a6b5e0c9a87e8e" providerId="LiveId" clId="{B1E3277D-E6F8-49C9-94CB-A87D9B7E7773}" dt="2024-12-13T20:51:37.445" v="20699"/>
          <ac:spMkLst>
            <pc:docMk/>
            <pc:sldMk cId="483939439" sldId="262"/>
            <ac:spMk id="127" creationId="{2C711582-0C10-273D-190C-600740564B2E}"/>
          </ac:spMkLst>
        </pc:spChg>
        <pc:spChg chg="add del">
          <ac:chgData name="Suyog Mahale" userId="58a6b5e0c9a87e8e" providerId="LiveId" clId="{B1E3277D-E6F8-49C9-94CB-A87D9B7E7773}" dt="2024-12-12T00:43:29.854" v="3361" actId="26606"/>
          <ac:spMkLst>
            <pc:docMk/>
            <pc:sldMk cId="483939439" sldId="262"/>
            <ac:spMk id="128" creationId="{E978A47D-4F17-40FE-AB70-7AF78A9575EB}"/>
          </ac:spMkLst>
        </pc:spChg>
        <pc:spChg chg="add mod">
          <ac:chgData name="Suyog Mahale" userId="58a6b5e0c9a87e8e" providerId="LiveId" clId="{B1E3277D-E6F8-49C9-94CB-A87D9B7E7773}" dt="2024-12-13T20:51:47.870" v="20701"/>
          <ac:spMkLst>
            <pc:docMk/>
            <pc:sldMk cId="483939439" sldId="262"/>
            <ac:spMk id="142" creationId="{582B5735-6492-CDA0-293A-420BB1CB833F}"/>
          </ac:spMkLst>
        </pc:spChg>
        <pc:spChg chg="add del">
          <ac:chgData name="Suyog Mahale" userId="58a6b5e0c9a87e8e" providerId="LiveId" clId="{B1E3277D-E6F8-49C9-94CB-A87D9B7E7773}" dt="2024-12-12T00:43:32.855" v="3363" actId="26606"/>
          <ac:spMkLst>
            <pc:docMk/>
            <pc:sldMk cId="483939439" sldId="262"/>
            <ac:spMk id="143" creationId="{B61375F2-60B1-44ED-B60A-019C4BD5A62A}"/>
          </ac:spMkLst>
        </pc:spChg>
        <pc:spChg chg="add">
          <ac:chgData name="Suyog Mahale" userId="58a6b5e0c9a87e8e" providerId="LiveId" clId="{B1E3277D-E6F8-49C9-94CB-A87D9B7E7773}" dt="2024-12-13T20:52:04.725" v="20705"/>
          <ac:spMkLst>
            <pc:docMk/>
            <pc:sldMk cId="483939439" sldId="262"/>
            <ac:spMk id="173" creationId="{C33852F4-F0EA-3A85-54D8-32ABDB79F26A}"/>
          </ac:spMkLst>
        </pc:spChg>
        <pc:spChg chg="add del">
          <ac:chgData name="Suyog Mahale" userId="58a6b5e0c9a87e8e" providerId="LiveId" clId="{B1E3277D-E6F8-49C9-94CB-A87D9B7E7773}" dt="2024-12-12T00:43:37.074" v="3365" actId="26606"/>
          <ac:spMkLst>
            <pc:docMk/>
            <pc:sldMk cId="483939439" sldId="262"/>
            <ac:spMk id="174" creationId="{CC892AB0-7D6D-4FC9-9105-0CB427161889}"/>
          </ac:spMkLst>
        </pc:spChg>
        <pc:spChg chg="add del">
          <ac:chgData name="Suyog Mahale" userId="58a6b5e0c9a87e8e" providerId="LiveId" clId="{B1E3277D-E6F8-49C9-94CB-A87D9B7E7773}" dt="2024-12-12T00:43:37.074" v="3365" actId="26606"/>
          <ac:spMkLst>
            <pc:docMk/>
            <pc:sldMk cId="483939439" sldId="262"/>
            <ac:spMk id="178" creationId="{98714CE9-3C2C-48E1-8B8F-CFB7735C43D7}"/>
          </ac:spMkLst>
        </pc:spChg>
        <pc:spChg chg="add del">
          <ac:chgData name="Suyog Mahale" userId="58a6b5e0c9a87e8e" providerId="LiveId" clId="{B1E3277D-E6F8-49C9-94CB-A87D9B7E7773}" dt="2024-12-12T00:43:42.066" v="3367" actId="26606"/>
          <ac:spMkLst>
            <pc:docMk/>
            <pc:sldMk cId="483939439" sldId="262"/>
            <ac:spMk id="180" creationId="{EAC88772-6DB3-49EC-9C8A-A0B46ACE37A3}"/>
          </ac:spMkLst>
        </pc:spChg>
        <pc:spChg chg="add del">
          <ac:chgData name="Suyog Mahale" userId="58a6b5e0c9a87e8e" providerId="LiveId" clId="{B1E3277D-E6F8-49C9-94CB-A87D9B7E7773}" dt="2024-12-12T00:43:42.066" v="3367" actId="26606"/>
          <ac:spMkLst>
            <pc:docMk/>
            <pc:sldMk cId="483939439" sldId="262"/>
            <ac:spMk id="181" creationId="{17A3DD84-FAA5-438A-8462-D1E01EA0D624}"/>
          </ac:spMkLst>
        </pc:spChg>
        <pc:grpChg chg="add del">
          <ac:chgData name="Suyog Mahale" userId="58a6b5e0c9a87e8e" providerId="LiveId" clId="{B1E3277D-E6F8-49C9-94CB-A87D9B7E7773}" dt="2024-12-12T00:43:24.174" v="3353" actId="26606"/>
          <ac:grpSpMkLst>
            <pc:docMk/>
            <pc:sldMk cId="483939439" sldId="262"/>
            <ac:grpSpMk id="10" creationId="{85BE3A7E-6A3F-401E-A025-BBB8FDB8DD30}"/>
          </ac:grpSpMkLst>
        </pc:grpChg>
        <pc:grpChg chg="add del">
          <ac:chgData name="Suyog Mahale" userId="58a6b5e0c9a87e8e" providerId="LiveId" clId="{B1E3277D-E6F8-49C9-94CB-A87D9B7E7773}" dt="2024-12-12T00:43:26.964" v="3357" actId="26606"/>
          <ac:grpSpMkLst>
            <pc:docMk/>
            <pc:sldMk cId="483939439" sldId="262"/>
            <ac:grpSpMk id="12" creationId="{5C3F5AE7-B34F-4BEF-96D0-74CA215E8109}"/>
          </ac:grpSpMkLst>
        </pc:grpChg>
        <pc:grpChg chg="add del">
          <ac:chgData name="Suyog Mahale" userId="58a6b5e0c9a87e8e" providerId="LiveId" clId="{B1E3277D-E6F8-49C9-94CB-A87D9B7E7773}" dt="2024-12-12T00:43:37.074" v="3365" actId="26606"/>
          <ac:grpSpMkLst>
            <pc:docMk/>
            <pc:sldMk cId="483939439" sldId="262"/>
            <ac:grpSpMk id="18" creationId="{0328E69E-CE3D-4110-8BF7-AD3C0C10CB1C}"/>
          </ac:grpSpMkLst>
        </pc:grpChg>
        <pc:grpChg chg="add del">
          <ac:chgData name="Suyog Mahale" userId="58a6b5e0c9a87e8e" providerId="LiveId" clId="{B1E3277D-E6F8-49C9-94CB-A87D9B7E7773}" dt="2024-12-12T00:43:37.074" v="3365" actId="26606"/>
          <ac:grpSpMkLst>
            <pc:docMk/>
            <pc:sldMk cId="483939439" sldId="262"/>
            <ac:grpSpMk id="24" creationId="{F64806C9-3599-45A7-BCFF-F762C54276F8}"/>
          </ac:grpSpMkLst>
        </pc:grpChg>
        <pc:grpChg chg="add del">
          <ac:chgData name="Suyog Mahale" userId="58a6b5e0c9a87e8e" providerId="LiveId" clId="{B1E3277D-E6F8-49C9-94CB-A87D9B7E7773}" dt="2024-12-12T00:43:37.074" v="3365" actId="26606"/>
          <ac:grpSpMkLst>
            <pc:docMk/>
            <pc:sldMk cId="483939439" sldId="262"/>
            <ac:grpSpMk id="30" creationId="{1287AC97-A8E8-4B45-A50A-3057A88B4088}"/>
          </ac:grpSpMkLst>
        </pc:grpChg>
        <pc:grpChg chg="add del">
          <ac:chgData name="Suyog Mahale" userId="58a6b5e0c9a87e8e" providerId="LiveId" clId="{B1E3277D-E6F8-49C9-94CB-A87D9B7E7773}" dt="2024-12-12T00:43:24.174" v="3353" actId="26606"/>
          <ac:grpSpMkLst>
            <pc:docMk/>
            <pc:sldMk cId="483939439" sldId="262"/>
            <ac:grpSpMk id="41" creationId="{F4E035BE-9FF4-43D3-BC25-CF582D7FF85E}"/>
          </ac:grpSpMkLst>
        </pc:grpChg>
        <pc:grpChg chg="add del">
          <ac:chgData name="Suyog Mahale" userId="58a6b5e0c9a87e8e" providerId="LiveId" clId="{B1E3277D-E6F8-49C9-94CB-A87D9B7E7773}" dt="2024-12-12T00:43:25.128" v="3355" actId="26606"/>
          <ac:grpSpMkLst>
            <pc:docMk/>
            <pc:sldMk cId="483939439" sldId="262"/>
            <ac:grpSpMk id="54" creationId="{4ADB9295-9645-4BF2-ADFD-75800B7FAD06}"/>
          </ac:grpSpMkLst>
        </pc:grpChg>
        <pc:grpChg chg="add del">
          <ac:chgData name="Suyog Mahale" userId="58a6b5e0c9a87e8e" providerId="LiveId" clId="{B1E3277D-E6F8-49C9-94CB-A87D9B7E7773}" dt="2024-12-12T00:43:25.128" v="3355" actId="26606"/>
          <ac:grpSpMkLst>
            <pc:docMk/>
            <pc:sldMk cId="483939439" sldId="262"/>
            <ac:grpSpMk id="82" creationId="{B485B3F6-654D-4842-A2DE-677D12FED460}"/>
          </ac:grpSpMkLst>
        </pc:grpChg>
        <pc:grpChg chg="add del">
          <ac:chgData name="Suyog Mahale" userId="58a6b5e0c9a87e8e" providerId="LiveId" clId="{B1E3277D-E6F8-49C9-94CB-A87D9B7E7773}" dt="2024-12-12T00:43:28.172" v="3359" actId="26606"/>
          <ac:grpSpMkLst>
            <pc:docMk/>
            <pc:sldMk cId="483939439" sldId="262"/>
            <ac:grpSpMk id="98" creationId="{4ADB9295-9645-4BF2-ADFD-75800B7FAD06}"/>
          </ac:grpSpMkLst>
        </pc:grpChg>
        <pc:grpChg chg="add del">
          <ac:chgData name="Suyog Mahale" userId="58a6b5e0c9a87e8e" providerId="LiveId" clId="{B1E3277D-E6F8-49C9-94CB-A87D9B7E7773}" dt="2024-12-12T00:43:28.172" v="3359" actId="26606"/>
          <ac:grpSpMkLst>
            <pc:docMk/>
            <pc:sldMk cId="483939439" sldId="262"/>
            <ac:grpSpMk id="125" creationId="{B485B3F6-654D-4842-A2DE-677D12FED460}"/>
          </ac:grpSpMkLst>
        </pc:grpChg>
        <pc:grpChg chg="add del">
          <ac:chgData name="Suyog Mahale" userId="58a6b5e0c9a87e8e" providerId="LiveId" clId="{B1E3277D-E6F8-49C9-94CB-A87D9B7E7773}" dt="2024-12-12T00:43:29.854" v="3361" actId="26606"/>
          <ac:grpSpMkLst>
            <pc:docMk/>
            <pc:sldMk cId="483939439" sldId="262"/>
            <ac:grpSpMk id="129" creationId="{85BE3A7E-6A3F-401E-A025-BBB8FDB8DD30}"/>
          </ac:grpSpMkLst>
        </pc:grpChg>
        <pc:grpChg chg="add del">
          <ac:chgData name="Suyog Mahale" userId="58a6b5e0c9a87e8e" providerId="LiveId" clId="{B1E3277D-E6F8-49C9-94CB-A87D9B7E7773}" dt="2024-12-12T00:43:29.854" v="3361" actId="26606"/>
          <ac:grpSpMkLst>
            <pc:docMk/>
            <pc:sldMk cId="483939439" sldId="262"/>
            <ac:grpSpMk id="133" creationId="{F4E035BE-9FF4-43D3-BC25-CF582D7FF85E}"/>
          </ac:grpSpMkLst>
        </pc:grpChg>
        <pc:grpChg chg="add del">
          <ac:chgData name="Suyog Mahale" userId="58a6b5e0c9a87e8e" providerId="LiveId" clId="{B1E3277D-E6F8-49C9-94CB-A87D9B7E7773}" dt="2024-12-12T00:43:32.855" v="3363" actId="26606"/>
          <ac:grpSpMkLst>
            <pc:docMk/>
            <pc:sldMk cId="483939439" sldId="262"/>
            <ac:grpSpMk id="144" creationId="{4ADB9295-9645-4BF2-ADFD-75800B7FAD06}"/>
          </ac:grpSpMkLst>
        </pc:grpChg>
        <pc:grpChg chg="add del">
          <ac:chgData name="Suyog Mahale" userId="58a6b5e0c9a87e8e" providerId="LiveId" clId="{B1E3277D-E6F8-49C9-94CB-A87D9B7E7773}" dt="2024-12-12T00:43:32.855" v="3363" actId="26606"/>
          <ac:grpSpMkLst>
            <pc:docMk/>
            <pc:sldMk cId="483939439" sldId="262"/>
            <ac:grpSpMk id="171" creationId="{B485B3F6-654D-4842-A2DE-677D12FED460}"/>
          </ac:grpSpMkLst>
        </pc:grpChg>
        <pc:grpChg chg="add del">
          <ac:chgData name="Suyog Mahale" userId="58a6b5e0c9a87e8e" providerId="LiveId" clId="{B1E3277D-E6F8-49C9-94CB-A87D9B7E7773}" dt="2024-12-12T00:43:37.074" v="3365" actId="26606"/>
          <ac:grpSpMkLst>
            <pc:docMk/>
            <pc:sldMk cId="483939439" sldId="262"/>
            <ac:grpSpMk id="175" creationId="{807353E4-FA19-40CB-8AF8-3A8E6704BE09}"/>
          </ac:grpSpMkLst>
        </pc:grpChg>
        <pc:picChg chg="add del mod">
          <ac:chgData name="Suyog Mahale" userId="58a6b5e0c9a87e8e" providerId="LiveId" clId="{B1E3277D-E6F8-49C9-94CB-A87D9B7E7773}" dt="2024-12-12T23:14:36.510" v="8199" actId="478"/>
          <ac:picMkLst>
            <pc:docMk/>
            <pc:sldMk cId="483939439" sldId="262"/>
            <ac:picMk id="5" creationId="{AF3690DD-8214-774E-22A2-8CC3F70882E5}"/>
          </ac:picMkLst>
        </pc:picChg>
        <pc:picChg chg="add del mod">
          <ac:chgData name="Suyog Mahale" userId="58a6b5e0c9a87e8e" providerId="LiveId" clId="{B1E3277D-E6F8-49C9-94CB-A87D9B7E7773}" dt="2024-12-12T23:14:36.200" v="8198" actId="478"/>
          <ac:picMkLst>
            <pc:docMk/>
            <pc:sldMk cId="483939439" sldId="262"/>
            <ac:picMk id="7" creationId="{6A8B8820-BBFB-94F0-5517-4F54C41629D3}"/>
          </ac:picMkLst>
        </pc:picChg>
        <pc:picChg chg="add mod">
          <ac:chgData name="Suyog Mahale" userId="58a6b5e0c9a87e8e" providerId="LiveId" clId="{B1E3277D-E6F8-49C9-94CB-A87D9B7E7773}" dt="2024-12-12T23:16:55.664" v="8231" actId="1076"/>
          <ac:picMkLst>
            <pc:docMk/>
            <pc:sldMk cId="483939439" sldId="262"/>
            <ac:picMk id="52" creationId="{800DB0D4-0ADA-C3AE-7989-DABC58912F4E}"/>
          </ac:picMkLst>
        </pc:picChg>
        <pc:picChg chg="add mod">
          <ac:chgData name="Suyog Mahale" userId="58a6b5e0c9a87e8e" providerId="LiveId" clId="{B1E3277D-E6F8-49C9-94CB-A87D9B7E7773}" dt="2024-12-12T23:16:58.840" v="8232" actId="1076"/>
          <ac:picMkLst>
            <pc:docMk/>
            <pc:sldMk cId="483939439" sldId="262"/>
            <ac:picMk id="92" creationId="{32D307D2-61FD-DA04-E19B-AE88C9DDB546}"/>
          </ac:picMkLst>
        </pc:picChg>
        <pc:cxnChg chg="add del">
          <ac:chgData name="Suyog Mahale" userId="58a6b5e0c9a87e8e" providerId="LiveId" clId="{B1E3277D-E6F8-49C9-94CB-A87D9B7E7773}" dt="2024-12-12T00:43:24.174" v="3353" actId="26606"/>
          <ac:cxnSpMkLst>
            <pc:docMk/>
            <pc:sldMk cId="483939439" sldId="262"/>
            <ac:cxnSpMk id="39" creationId="{085ECEC0-FF5D-4348-92C7-1EA7C61E770C}"/>
          </ac:cxnSpMkLst>
        </pc:cxnChg>
        <pc:cxnChg chg="add del">
          <ac:chgData name="Suyog Mahale" userId="58a6b5e0c9a87e8e" providerId="LiveId" clId="{B1E3277D-E6F8-49C9-94CB-A87D9B7E7773}" dt="2024-12-12T00:43:29.854" v="3361" actId="26606"/>
          <ac:cxnSpMkLst>
            <pc:docMk/>
            <pc:sldMk cId="483939439" sldId="262"/>
            <ac:cxnSpMk id="132" creationId="{085ECEC0-FF5D-4348-92C7-1EA7C61E770C}"/>
          </ac:cxnSpMkLst>
        </pc:cxnChg>
        <pc:cxnChg chg="add del">
          <ac:chgData name="Suyog Mahale" userId="58a6b5e0c9a87e8e" providerId="LiveId" clId="{B1E3277D-E6F8-49C9-94CB-A87D9B7E7773}" dt="2024-12-12T00:43:42.066" v="3367" actId="26606"/>
          <ac:cxnSpMkLst>
            <pc:docMk/>
            <pc:sldMk cId="483939439" sldId="262"/>
            <ac:cxnSpMk id="182" creationId="{46640D31-0CFD-4B3F-AE95-530AA5174FEB}"/>
          </ac:cxnSpMkLst>
        </pc:cxnChg>
      </pc:sldChg>
      <pc:sldChg chg="new del">
        <pc:chgData name="Suyog Mahale" userId="58a6b5e0c9a87e8e" providerId="LiveId" clId="{B1E3277D-E6F8-49C9-94CB-A87D9B7E7773}" dt="2024-12-11T23:48:18.285" v="3346" actId="47"/>
        <pc:sldMkLst>
          <pc:docMk/>
          <pc:sldMk cId="843692135" sldId="262"/>
        </pc:sldMkLst>
      </pc:sldChg>
      <pc:sldChg chg="new del">
        <pc:chgData name="Suyog Mahale" userId="58a6b5e0c9a87e8e" providerId="LiveId" clId="{B1E3277D-E6F8-49C9-94CB-A87D9B7E7773}" dt="2024-12-11T23:47:39.612" v="3344" actId="47"/>
        <pc:sldMkLst>
          <pc:docMk/>
          <pc:sldMk cId="1272355128" sldId="262"/>
        </pc:sldMkLst>
      </pc:sldChg>
      <pc:sldChg chg="new del">
        <pc:chgData name="Suyog Mahale" userId="58a6b5e0c9a87e8e" providerId="LiveId" clId="{B1E3277D-E6F8-49C9-94CB-A87D9B7E7773}" dt="2024-12-11T23:47:23.197" v="3342" actId="47"/>
        <pc:sldMkLst>
          <pc:docMk/>
          <pc:sldMk cId="4037965602" sldId="262"/>
        </pc:sldMkLst>
      </pc:sldChg>
      <pc:sldChg chg="new del">
        <pc:chgData name="Suyog Mahale" userId="58a6b5e0c9a87e8e" providerId="LiveId" clId="{B1E3277D-E6F8-49C9-94CB-A87D9B7E7773}" dt="2024-12-11T23:48:23.523" v="3348" actId="47"/>
        <pc:sldMkLst>
          <pc:docMk/>
          <pc:sldMk cId="4161425378" sldId="262"/>
        </pc:sldMkLst>
      </pc:sldChg>
      <pc:sldChg chg="addSp delSp modSp new del mod">
        <pc:chgData name="Suyog Mahale" userId="58a6b5e0c9a87e8e" providerId="LiveId" clId="{B1E3277D-E6F8-49C9-94CB-A87D9B7E7773}" dt="2024-12-12T17:41:41.583" v="4397" actId="47"/>
        <pc:sldMkLst>
          <pc:docMk/>
          <pc:sldMk cId="1140055594" sldId="263"/>
        </pc:sldMkLst>
        <pc:spChg chg="del">
          <ac:chgData name="Suyog Mahale" userId="58a6b5e0c9a87e8e" providerId="LiveId" clId="{B1E3277D-E6F8-49C9-94CB-A87D9B7E7773}" dt="2024-12-12T17:41:27.919" v="4394" actId="22"/>
          <ac:spMkLst>
            <pc:docMk/>
            <pc:sldMk cId="1140055594" sldId="263"/>
            <ac:spMk id="3" creationId="{69F5C269-F493-1939-C429-ACE51254AB90}"/>
          </ac:spMkLst>
        </pc:spChg>
        <pc:spChg chg="add mod">
          <ac:chgData name="Suyog Mahale" userId="58a6b5e0c9a87e8e" providerId="LiveId" clId="{B1E3277D-E6F8-49C9-94CB-A87D9B7E7773}" dt="2024-12-12T17:41:38.102" v="4396" actId="478"/>
          <ac:spMkLst>
            <pc:docMk/>
            <pc:sldMk cId="1140055594" sldId="263"/>
            <ac:spMk id="8" creationId="{464641C5-689E-C5F2-9C75-62B11DC88F26}"/>
          </ac:spMkLst>
        </pc:spChg>
        <pc:picChg chg="add del mod ord">
          <ac:chgData name="Suyog Mahale" userId="58a6b5e0c9a87e8e" providerId="LiveId" clId="{B1E3277D-E6F8-49C9-94CB-A87D9B7E7773}" dt="2024-12-12T17:41:38.102" v="4396" actId="478"/>
          <ac:picMkLst>
            <pc:docMk/>
            <pc:sldMk cId="1140055594" sldId="263"/>
            <ac:picMk id="6" creationId="{4CD409EE-50C0-1DD5-E890-513B7B1B0CFF}"/>
          </ac:picMkLst>
        </pc:picChg>
      </pc:sldChg>
      <pc:sldChg chg="addSp delSp modSp new mod ord">
        <pc:chgData name="Suyog Mahale" userId="58a6b5e0c9a87e8e" providerId="LiveId" clId="{B1E3277D-E6F8-49C9-94CB-A87D9B7E7773}" dt="2024-12-14T00:42:42.078" v="21610" actId="27636"/>
        <pc:sldMkLst>
          <pc:docMk/>
          <pc:sldMk cId="1368110027" sldId="263"/>
        </pc:sldMkLst>
        <pc:spChg chg="mod">
          <ac:chgData name="Suyog Mahale" userId="58a6b5e0c9a87e8e" providerId="LiveId" clId="{B1E3277D-E6F8-49C9-94CB-A87D9B7E7773}" dt="2024-12-13T17:39:42.738" v="19615" actId="14861"/>
          <ac:spMkLst>
            <pc:docMk/>
            <pc:sldMk cId="1368110027" sldId="263"/>
            <ac:spMk id="2" creationId="{7C0C5F48-7FB1-679A-CFB7-587C428CA2B9}"/>
          </ac:spMkLst>
        </pc:spChg>
        <pc:spChg chg="mod">
          <ac:chgData name="Suyog Mahale" userId="58a6b5e0c9a87e8e" providerId="LiveId" clId="{B1E3277D-E6F8-49C9-94CB-A87D9B7E7773}" dt="2024-12-14T00:42:42.078" v="21610" actId="27636"/>
          <ac:spMkLst>
            <pc:docMk/>
            <pc:sldMk cId="1368110027" sldId="263"/>
            <ac:spMk id="3" creationId="{9A965C74-4467-C58C-31CE-216E9180967D}"/>
          </ac:spMkLst>
        </pc:spChg>
        <pc:spChg chg="add mod">
          <ac:chgData name="Suyog Mahale" userId="58a6b5e0c9a87e8e" providerId="LiveId" clId="{B1E3277D-E6F8-49C9-94CB-A87D9B7E7773}" dt="2024-12-13T20:44:13.729" v="20545" actId="123"/>
          <ac:spMkLst>
            <pc:docMk/>
            <pc:sldMk cId="1368110027" sldId="263"/>
            <ac:spMk id="8" creationId="{05E8F86F-5F20-B85E-86A2-A6B853F35F04}"/>
          </ac:spMkLst>
        </pc:spChg>
        <pc:spChg chg="add mod">
          <ac:chgData name="Suyog Mahale" userId="58a6b5e0c9a87e8e" providerId="LiveId" clId="{B1E3277D-E6F8-49C9-94CB-A87D9B7E7773}" dt="2024-12-13T02:17:51.293" v="11112" actId="14861"/>
          <ac:spMkLst>
            <pc:docMk/>
            <pc:sldMk cId="1368110027" sldId="263"/>
            <ac:spMk id="9" creationId="{004060B1-3BA4-372A-EAF6-F5DA998D8778}"/>
          </ac:spMkLst>
        </pc:spChg>
        <pc:spChg chg="add">
          <ac:chgData name="Suyog Mahale" userId="58a6b5e0c9a87e8e" providerId="LiveId" clId="{B1E3277D-E6F8-49C9-94CB-A87D9B7E7773}" dt="2024-12-13T20:42:17.850" v="20530"/>
          <ac:spMkLst>
            <pc:docMk/>
            <pc:sldMk cId="1368110027" sldId="263"/>
            <ac:spMk id="12" creationId="{F6446C03-65C0-0D0D-635F-2D04655CB5C9}"/>
          </ac:spMkLst>
        </pc:spChg>
        <pc:picChg chg="add del mod">
          <ac:chgData name="Suyog Mahale" userId="58a6b5e0c9a87e8e" providerId="LiveId" clId="{B1E3277D-E6F8-49C9-94CB-A87D9B7E7773}" dt="2024-12-12T23:27:47.327" v="8440" actId="478"/>
          <ac:picMkLst>
            <pc:docMk/>
            <pc:sldMk cId="1368110027" sldId="263"/>
            <ac:picMk id="5" creationId="{4556F1C6-B105-C876-5AFF-2D2103E546D0}"/>
          </ac:picMkLst>
        </pc:picChg>
        <pc:picChg chg="add del mod">
          <ac:chgData name="Suyog Mahale" userId="58a6b5e0c9a87e8e" providerId="LiveId" clId="{B1E3277D-E6F8-49C9-94CB-A87D9B7E7773}" dt="2024-12-12T23:27:51.912" v="8443" actId="478"/>
          <ac:picMkLst>
            <pc:docMk/>
            <pc:sldMk cId="1368110027" sldId="263"/>
            <ac:picMk id="7" creationId="{95A387BA-076A-9E62-5F77-61978D69E6B7}"/>
          </ac:picMkLst>
        </pc:picChg>
        <pc:picChg chg="add mod">
          <ac:chgData name="Suyog Mahale" userId="58a6b5e0c9a87e8e" providerId="LiveId" clId="{B1E3277D-E6F8-49C9-94CB-A87D9B7E7773}" dt="2024-12-12T23:28:03.444" v="8446" actId="1076"/>
          <ac:picMkLst>
            <pc:docMk/>
            <pc:sldMk cId="1368110027" sldId="263"/>
            <ac:picMk id="10" creationId="{8F8F1F16-0C88-DD46-927E-DBF816161C3E}"/>
          </ac:picMkLst>
        </pc:picChg>
        <pc:picChg chg="add mod">
          <ac:chgData name="Suyog Mahale" userId="58a6b5e0c9a87e8e" providerId="LiveId" clId="{B1E3277D-E6F8-49C9-94CB-A87D9B7E7773}" dt="2024-12-12T23:28:21.337" v="8449" actId="1076"/>
          <ac:picMkLst>
            <pc:docMk/>
            <pc:sldMk cId="1368110027" sldId="263"/>
            <ac:picMk id="11" creationId="{5B47DA41-7829-946E-B614-D32A168231B9}"/>
          </ac:picMkLst>
        </pc:picChg>
      </pc:sldChg>
      <pc:sldChg chg="delSp modSp new del mod">
        <pc:chgData name="Suyog Mahale" userId="58a6b5e0c9a87e8e" providerId="LiveId" clId="{B1E3277D-E6F8-49C9-94CB-A87D9B7E7773}" dt="2024-12-12T17:41:11.223" v="4390" actId="47"/>
        <pc:sldMkLst>
          <pc:docMk/>
          <pc:sldMk cId="1620300545" sldId="263"/>
        </pc:sldMkLst>
        <pc:spChg chg="del mod">
          <ac:chgData name="Suyog Mahale" userId="58a6b5e0c9a87e8e" providerId="LiveId" clId="{B1E3277D-E6F8-49C9-94CB-A87D9B7E7773}" dt="2024-12-12T17:41:09.611" v="4389" actId="478"/>
          <ac:spMkLst>
            <pc:docMk/>
            <pc:sldMk cId="1620300545" sldId="263"/>
            <ac:spMk id="3" creationId="{2052C817-C2B9-D821-0211-EC1E71FBD2F0}"/>
          </ac:spMkLst>
        </pc:spChg>
      </pc:sldChg>
      <pc:sldChg chg="new del">
        <pc:chgData name="Suyog Mahale" userId="58a6b5e0c9a87e8e" providerId="LiveId" clId="{B1E3277D-E6F8-49C9-94CB-A87D9B7E7773}" dt="2024-12-12T17:41:16.301" v="4392" actId="47"/>
        <pc:sldMkLst>
          <pc:docMk/>
          <pc:sldMk cId="3926017490" sldId="263"/>
        </pc:sldMkLst>
      </pc:sldChg>
      <pc:sldChg chg="addSp delSp modSp new mod setBg">
        <pc:chgData name="Suyog Mahale" userId="58a6b5e0c9a87e8e" providerId="LiveId" clId="{B1E3277D-E6F8-49C9-94CB-A87D9B7E7773}" dt="2024-12-13T23:56:10.666" v="21368" actId="20577"/>
        <pc:sldMkLst>
          <pc:docMk/>
          <pc:sldMk cId="2004422097" sldId="264"/>
        </pc:sldMkLst>
        <pc:spChg chg="mod">
          <ac:chgData name="Suyog Mahale" userId="58a6b5e0c9a87e8e" providerId="LiveId" clId="{B1E3277D-E6F8-49C9-94CB-A87D9B7E7773}" dt="2024-12-13T02:38:38.006" v="12884" actId="26606"/>
          <ac:spMkLst>
            <pc:docMk/>
            <pc:sldMk cId="2004422097" sldId="264"/>
            <ac:spMk id="2" creationId="{5E1F95D5-44CB-D8DA-B7EE-B20E753A9E72}"/>
          </ac:spMkLst>
        </pc:spChg>
        <pc:spChg chg="mod">
          <ac:chgData name="Suyog Mahale" userId="58a6b5e0c9a87e8e" providerId="LiveId" clId="{B1E3277D-E6F8-49C9-94CB-A87D9B7E7773}" dt="2024-12-13T23:56:10.666" v="21368" actId="20577"/>
          <ac:spMkLst>
            <pc:docMk/>
            <pc:sldMk cId="2004422097" sldId="264"/>
            <ac:spMk id="3" creationId="{83B3EF7E-531E-E83C-FB41-2C0FF25E61F6}"/>
          </ac:spMkLst>
        </pc:spChg>
        <pc:spChg chg="add mod">
          <ac:chgData name="Suyog Mahale" userId="58a6b5e0c9a87e8e" providerId="LiveId" clId="{B1E3277D-E6F8-49C9-94CB-A87D9B7E7773}" dt="2024-12-13T02:41:12.104" v="12922" actId="1076"/>
          <ac:spMkLst>
            <pc:docMk/>
            <pc:sldMk cId="2004422097" sldId="264"/>
            <ac:spMk id="8" creationId="{8FDD2336-9178-39E9-B960-C73560721662}"/>
          </ac:spMkLst>
        </pc:spChg>
        <pc:spChg chg="add del">
          <ac:chgData name="Suyog Mahale" userId="58a6b5e0c9a87e8e" providerId="LiveId" clId="{B1E3277D-E6F8-49C9-94CB-A87D9B7E7773}" dt="2024-12-13T02:38:38.006" v="12884" actId="26606"/>
          <ac:spMkLst>
            <pc:docMk/>
            <pc:sldMk cId="2004422097" sldId="264"/>
            <ac:spMk id="12" creationId="{A0F3E2DF-E827-4D2A-A6D3-15B8451C8784}"/>
          </ac:spMkLst>
        </pc:spChg>
        <pc:spChg chg="add">
          <ac:chgData name="Suyog Mahale" userId="58a6b5e0c9a87e8e" providerId="LiveId" clId="{B1E3277D-E6F8-49C9-94CB-A87D9B7E7773}" dt="2024-12-13T20:55:33.269" v="20715"/>
          <ac:spMkLst>
            <pc:docMk/>
            <pc:sldMk cId="2004422097" sldId="264"/>
            <ac:spMk id="13" creationId="{B58FB412-36DA-232B-0666-D094D56A10E1}"/>
          </ac:spMkLst>
        </pc:spChg>
        <pc:spChg chg="add">
          <ac:chgData name="Suyog Mahale" userId="58a6b5e0c9a87e8e" providerId="LiveId" clId="{B1E3277D-E6F8-49C9-94CB-A87D9B7E7773}" dt="2024-12-13T20:55:43.422" v="20716"/>
          <ac:spMkLst>
            <pc:docMk/>
            <pc:sldMk cId="2004422097" sldId="264"/>
            <ac:spMk id="14" creationId="{51B35C97-20D6-D83C-1CC4-A62B8E3B1D38}"/>
          </ac:spMkLst>
        </pc:spChg>
        <pc:picChg chg="add del mod">
          <ac:chgData name="Suyog Mahale" userId="58a6b5e0c9a87e8e" providerId="LiveId" clId="{B1E3277D-E6F8-49C9-94CB-A87D9B7E7773}" dt="2024-12-13T02:39:27.861" v="12894" actId="478"/>
          <ac:picMkLst>
            <pc:docMk/>
            <pc:sldMk cId="2004422097" sldId="264"/>
            <ac:picMk id="5" creationId="{B8B92AE7-B222-44BA-8EE1-ECE4C8B9BA50}"/>
          </ac:picMkLst>
        </pc:picChg>
        <pc:picChg chg="add del mod">
          <ac:chgData name="Suyog Mahale" userId="58a6b5e0c9a87e8e" providerId="LiveId" clId="{B1E3277D-E6F8-49C9-94CB-A87D9B7E7773}" dt="2024-12-13T02:39:27.438" v="12893" actId="478"/>
          <ac:picMkLst>
            <pc:docMk/>
            <pc:sldMk cId="2004422097" sldId="264"/>
            <ac:picMk id="7" creationId="{4BAD5DCC-D10E-9E42-7584-0425EFCF6AD6}"/>
          </ac:picMkLst>
        </pc:picChg>
        <pc:picChg chg="add mod">
          <ac:chgData name="Suyog Mahale" userId="58a6b5e0c9a87e8e" providerId="LiveId" clId="{B1E3277D-E6F8-49C9-94CB-A87D9B7E7773}" dt="2024-12-13T02:41:15.527" v="12923" actId="1076"/>
          <ac:picMkLst>
            <pc:docMk/>
            <pc:sldMk cId="2004422097" sldId="264"/>
            <ac:picMk id="9" creationId="{58196A33-B122-C2F2-ABFC-65EDE2638D86}"/>
          </ac:picMkLst>
        </pc:picChg>
        <pc:picChg chg="add mod">
          <ac:chgData name="Suyog Mahale" userId="58a6b5e0c9a87e8e" providerId="LiveId" clId="{B1E3277D-E6F8-49C9-94CB-A87D9B7E7773}" dt="2024-12-13T02:39:19.667" v="12890"/>
          <ac:picMkLst>
            <pc:docMk/>
            <pc:sldMk cId="2004422097" sldId="264"/>
            <ac:picMk id="10" creationId="{9FD1E0B9-3FD0-8109-7073-509D0EB8C2E0}"/>
          </ac:picMkLst>
        </pc:picChg>
        <pc:picChg chg="add mod">
          <ac:chgData name="Suyog Mahale" userId="58a6b5e0c9a87e8e" providerId="LiveId" clId="{B1E3277D-E6F8-49C9-94CB-A87D9B7E7773}" dt="2024-12-13T02:41:17.922" v="12924" actId="1076"/>
          <ac:picMkLst>
            <pc:docMk/>
            <pc:sldMk cId="2004422097" sldId="264"/>
            <ac:picMk id="11" creationId="{7C5BB1F4-AEC8-D9EB-610B-056D2441B739}"/>
          </ac:picMkLst>
        </pc:picChg>
      </pc:sldChg>
      <pc:sldChg chg="addSp delSp modSp new mod ord setBg">
        <pc:chgData name="Suyog Mahale" userId="58a6b5e0c9a87e8e" providerId="LiveId" clId="{B1E3277D-E6F8-49C9-94CB-A87D9B7E7773}" dt="2024-12-14T00:46:53.576" v="21620"/>
        <pc:sldMkLst>
          <pc:docMk/>
          <pc:sldMk cId="2855335328" sldId="265"/>
        </pc:sldMkLst>
        <pc:spChg chg="mod">
          <ac:chgData name="Suyog Mahale" userId="58a6b5e0c9a87e8e" providerId="LiveId" clId="{B1E3277D-E6F8-49C9-94CB-A87D9B7E7773}" dt="2024-12-12T18:30:07.125" v="5155" actId="14100"/>
          <ac:spMkLst>
            <pc:docMk/>
            <pc:sldMk cId="2855335328" sldId="265"/>
            <ac:spMk id="2" creationId="{B03E17B1-D23F-CC75-2094-D5CAA4D75DF1}"/>
          </ac:spMkLst>
        </pc:spChg>
        <pc:spChg chg="del mod">
          <ac:chgData name="Suyog Mahale" userId="58a6b5e0c9a87e8e" providerId="LiveId" clId="{B1E3277D-E6F8-49C9-94CB-A87D9B7E7773}" dt="2024-12-12T18:28:11.386" v="5129" actId="478"/>
          <ac:spMkLst>
            <pc:docMk/>
            <pc:sldMk cId="2855335328" sldId="265"/>
            <ac:spMk id="3" creationId="{AD0C10C9-37FD-1DFE-92FD-89E32AF8ACE4}"/>
          </ac:spMkLst>
        </pc:spChg>
        <pc:spChg chg="add mod">
          <ac:chgData name="Suyog Mahale" userId="58a6b5e0c9a87e8e" providerId="LiveId" clId="{B1E3277D-E6F8-49C9-94CB-A87D9B7E7773}" dt="2024-12-13T22:11:35.409" v="21157" actId="2710"/>
          <ac:spMkLst>
            <pc:docMk/>
            <pc:sldMk cId="2855335328" sldId="265"/>
            <ac:spMk id="8" creationId="{DC1885F1-F036-1680-C424-A56590FCC78E}"/>
          </ac:spMkLst>
        </pc:spChg>
        <pc:spChg chg="add del mod">
          <ac:chgData name="Suyog Mahale" userId="58a6b5e0c9a87e8e" providerId="LiveId" clId="{B1E3277D-E6F8-49C9-94CB-A87D9B7E7773}" dt="2024-12-12T18:28:13.799" v="5130" actId="478"/>
          <ac:spMkLst>
            <pc:docMk/>
            <pc:sldMk cId="2855335328" sldId="265"/>
            <ac:spMk id="10" creationId="{92C2E410-DB09-3B2E-4944-0F6FC516A95B}"/>
          </ac:spMkLst>
        </pc:spChg>
        <pc:spChg chg="add del">
          <ac:chgData name="Suyog Mahale" userId="58a6b5e0c9a87e8e" providerId="LiveId" clId="{B1E3277D-E6F8-49C9-94CB-A87D9B7E7773}" dt="2024-12-12T18:21:46.374" v="4594" actId="26606"/>
          <ac:spMkLst>
            <pc:docMk/>
            <pc:sldMk cId="2855335328" sldId="265"/>
            <ac:spMk id="12" creationId="{A0F3E2DF-E827-4D2A-A6D3-15B8451C8784}"/>
          </ac:spMkLst>
        </pc:spChg>
        <pc:spChg chg="add mod">
          <ac:chgData name="Suyog Mahale" userId="58a6b5e0c9a87e8e" providerId="LiveId" clId="{B1E3277D-E6F8-49C9-94CB-A87D9B7E7773}" dt="2024-12-12T19:42:11.511" v="5161" actId="14861"/>
          <ac:spMkLst>
            <pc:docMk/>
            <pc:sldMk cId="2855335328" sldId="265"/>
            <ac:spMk id="14" creationId="{16985325-8379-B5F3-BD6F-0F91862C4BD7}"/>
          </ac:spMkLst>
        </pc:spChg>
        <pc:spChg chg="add del">
          <ac:chgData name="Suyog Mahale" userId="58a6b5e0c9a87e8e" providerId="LiveId" clId="{B1E3277D-E6F8-49C9-94CB-A87D9B7E7773}" dt="2024-12-12T18:29:19.549" v="5142" actId="26606"/>
          <ac:spMkLst>
            <pc:docMk/>
            <pc:sldMk cId="2855335328" sldId="265"/>
            <ac:spMk id="15" creationId="{A0F3E2DF-E827-4D2A-A6D3-15B8451C8784}"/>
          </ac:spMkLst>
        </pc:spChg>
        <pc:spChg chg="add del">
          <ac:chgData name="Suyog Mahale" userId="58a6b5e0c9a87e8e" providerId="LiveId" clId="{B1E3277D-E6F8-49C9-94CB-A87D9B7E7773}" dt="2024-12-12T18:29:06.308" v="5140" actId="26606"/>
          <ac:spMkLst>
            <pc:docMk/>
            <pc:sldMk cId="2855335328" sldId="265"/>
            <ac:spMk id="18" creationId="{A0F3E2DF-E827-4D2A-A6D3-15B8451C8784}"/>
          </ac:spMkLst>
        </pc:spChg>
        <pc:picChg chg="add del mod ord">
          <ac:chgData name="Suyog Mahale" userId="58a6b5e0c9a87e8e" providerId="LiveId" clId="{B1E3277D-E6F8-49C9-94CB-A87D9B7E7773}" dt="2024-12-12T18:28:09.165" v="5127" actId="478"/>
          <ac:picMkLst>
            <pc:docMk/>
            <pc:sldMk cId="2855335328" sldId="265"/>
            <ac:picMk id="5" creationId="{31B722BE-C154-D46B-86D3-ED36123F047D}"/>
          </ac:picMkLst>
        </pc:picChg>
        <pc:picChg chg="add del mod ord">
          <ac:chgData name="Suyog Mahale" userId="58a6b5e0c9a87e8e" providerId="LiveId" clId="{B1E3277D-E6F8-49C9-94CB-A87D9B7E7773}" dt="2024-12-12T18:29:56.839" v="5153" actId="478"/>
          <ac:picMkLst>
            <pc:docMk/>
            <pc:sldMk cId="2855335328" sldId="265"/>
            <ac:picMk id="7" creationId="{D513BB15-9DFC-5459-E240-4AA8456A845D}"/>
          </ac:picMkLst>
        </pc:picChg>
        <pc:picChg chg="add del mod">
          <ac:chgData name="Suyog Mahale" userId="58a6b5e0c9a87e8e" providerId="LiveId" clId="{B1E3277D-E6F8-49C9-94CB-A87D9B7E7773}" dt="2024-12-12T18:29:52.453" v="5150" actId="478"/>
          <ac:picMkLst>
            <pc:docMk/>
            <pc:sldMk cId="2855335328" sldId="265"/>
            <ac:picMk id="13" creationId="{63675116-B363-852D-D9EF-9C9B1B14A1E3}"/>
          </ac:picMkLst>
        </pc:picChg>
        <pc:picChg chg="add mod">
          <ac:chgData name="Suyog Mahale" userId="58a6b5e0c9a87e8e" providerId="LiveId" clId="{B1E3277D-E6F8-49C9-94CB-A87D9B7E7773}" dt="2024-12-12T18:30:17.475" v="5160" actId="1076"/>
          <ac:picMkLst>
            <pc:docMk/>
            <pc:sldMk cId="2855335328" sldId="265"/>
            <ac:picMk id="16" creationId="{E08E8DD4-D562-6B12-68C8-C2AB5B678371}"/>
          </ac:picMkLst>
        </pc:picChg>
        <pc:picChg chg="add mod">
          <ac:chgData name="Suyog Mahale" userId="58a6b5e0c9a87e8e" providerId="LiveId" clId="{B1E3277D-E6F8-49C9-94CB-A87D9B7E7773}" dt="2024-12-12T18:30:15.587" v="5159" actId="1076"/>
          <ac:picMkLst>
            <pc:docMk/>
            <pc:sldMk cId="2855335328" sldId="265"/>
            <ac:picMk id="17" creationId="{E31E9517-AE04-3557-B54D-3031C008BD24}"/>
          </ac:picMkLst>
        </pc:picChg>
      </pc:sldChg>
      <pc:sldChg chg="addSp modSp new mod ord setBg">
        <pc:chgData name="Suyog Mahale" userId="58a6b5e0c9a87e8e" providerId="LiveId" clId="{B1E3277D-E6F8-49C9-94CB-A87D9B7E7773}" dt="2024-12-13T22:12:55.145" v="21166" actId="27636"/>
        <pc:sldMkLst>
          <pc:docMk/>
          <pc:sldMk cId="1218833691" sldId="266"/>
        </pc:sldMkLst>
        <pc:spChg chg="mod">
          <ac:chgData name="Suyog Mahale" userId="58a6b5e0c9a87e8e" providerId="LiveId" clId="{B1E3277D-E6F8-49C9-94CB-A87D9B7E7773}" dt="2024-12-13T17:39:52.022" v="19616" actId="14861"/>
          <ac:spMkLst>
            <pc:docMk/>
            <pc:sldMk cId="1218833691" sldId="266"/>
            <ac:spMk id="2" creationId="{9BBAA4CA-6C86-3E57-0210-897DC43ADB09}"/>
          </ac:spMkLst>
        </pc:spChg>
        <pc:spChg chg="mod ord">
          <ac:chgData name="Suyog Mahale" userId="58a6b5e0c9a87e8e" providerId="LiveId" clId="{B1E3277D-E6F8-49C9-94CB-A87D9B7E7773}" dt="2024-12-13T22:12:55.145" v="21166" actId="27636"/>
          <ac:spMkLst>
            <pc:docMk/>
            <pc:sldMk cId="1218833691" sldId="266"/>
            <ac:spMk id="3" creationId="{C66088BF-120C-5855-8DB7-73C3E8A8AD6F}"/>
          </ac:spMkLst>
        </pc:spChg>
        <pc:picChg chg="add mod">
          <ac:chgData name="Suyog Mahale" userId="58a6b5e0c9a87e8e" providerId="LiveId" clId="{B1E3277D-E6F8-49C9-94CB-A87D9B7E7773}" dt="2024-12-13T17:21:21.262" v="18475" actId="14861"/>
          <ac:picMkLst>
            <pc:docMk/>
            <pc:sldMk cId="1218833691" sldId="266"/>
            <ac:picMk id="4" creationId="{78C2CCE0-F4E4-68CD-C0FC-33F008E632D9}"/>
          </ac:picMkLst>
        </pc:picChg>
      </pc:sldChg>
      <pc:sldChg chg="addSp delSp modSp new mod setBg">
        <pc:chgData name="Suyog Mahale" userId="58a6b5e0c9a87e8e" providerId="LiveId" clId="{B1E3277D-E6F8-49C9-94CB-A87D9B7E7773}" dt="2024-12-13T21:02:26.150" v="20781" actId="113"/>
        <pc:sldMkLst>
          <pc:docMk/>
          <pc:sldMk cId="2450211630" sldId="267"/>
        </pc:sldMkLst>
        <pc:spChg chg="mod">
          <ac:chgData name="Suyog Mahale" userId="58a6b5e0c9a87e8e" providerId="LiveId" clId="{B1E3277D-E6F8-49C9-94CB-A87D9B7E7773}" dt="2024-12-12T21:21:06.994" v="6589" actId="1076"/>
          <ac:spMkLst>
            <pc:docMk/>
            <pc:sldMk cId="2450211630" sldId="267"/>
            <ac:spMk id="2" creationId="{CF87BD35-5E17-DC39-CF1F-3176FC6E5B39}"/>
          </ac:spMkLst>
        </pc:spChg>
        <pc:spChg chg="add del mod ord">
          <ac:chgData name="Suyog Mahale" userId="58a6b5e0c9a87e8e" providerId="LiveId" clId="{B1E3277D-E6F8-49C9-94CB-A87D9B7E7773}" dt="2024-12-13T21:02:26.150" v="20781" actId="113"/>
          <ac:spMkLst>
            <pc:docMk/>
            <pc:sldMk cId="2450211630" sldId="267"/>
            <ac:spMk id="3" creationId="{00B47171-D372-DE53-08B9-61BE5C1DCD35}"/>
          </ac:spMkLst>
        </pc:spChg>
        <pc:spChg chg="add mod">
          <ac:chgData name="Suyog Mahale" userId="58a6b5e0c9a87e8e" providerId="LiveId" clId="{B1E3277D-E6F8-49C9-94CB-A87D9B7E7773}" dt="2024-12-13T21:00:54.606" v="20758"/>
          <ac:spMkLst>
            <pc:docMk/>
            <pc:sldMk cId="2450211630" sldId="267"/>
            <ac:spMk id="8" creationId="{A066FD27-F563-2980-A0D1-9E9457341918}"/>
          </ac:spMkLst>
        </pc:spChg>
        <pc:spChg chg="add mod">
          <ac:chgData name="Suyog Mahale" userId="58a6b5e0c9a87e8e" providerId="LiveId" clId="{B1E3277D-E6F8-49C9-94CB-A87D9B7E7773}" dt="2024-12-13T21:01:03.949" v="20760"/>
          <ac:spMkLst>
            <pc:docMk/>
            <pc:sldMk cId="2450211630" sldId="267"/>
            <ac:spMk id="9" creationId="{55430065-F761-E2DD-C1C6-9916702DE9DC}"/>
          </ac:spMkLst>
        </pc:spChg>
        <pc:spChg chg="add mod">
          <ac:chgData name="Suyog Mahale" userId="58a6b5e0c9a87e8e" providerId="LiveId" clId="{B1E3277D-E6F8-49C9-94CB-A87D9B7E7773}" dt="2024-12-13T21:01:17.360" v="20762"/>
          <ac:spMkLst>
            <pc:docMk/>
            <pc:sldMk cId="2450211630" sldId="267"/>
            <ac:spMk id="10" creationId="{DBCA8ED3-5A58-410C-3A1F-7A266318F789}"/>
          </ac:spMkLst>
        </pc:spChg>
        <pc:spChg chg="add del">
          <ac:chgData name="Suyog Mahale" userId="58a6b5e0c9a87e8e" providerId="LiveId" clId="{B1E3277D-E6F8-49C9-94CB-A87D9B7E7773}" dt="2024-12-12T21:18:32.578" v="6386" actId="26606"/>
          <ac:spMkLst>
            <pc:docMk/>
            <pc:sldMk cId="2450211630" sldId="267"/>
            <ac:spMk id="12" creationId="{C169E84F-4748-4D61-A105-357962627A38}"/>
          </ac:spMkLst>
        </pc:spChg>
        <pc:spChg chg="add">
          <ac:chgData name="Suyog Mahale" userId="58a6b5e0c9a87e8e" providerId="LiveId" clId="{B1E3277D-E6F8-49C9-94CB-A87D9B7E7773}" dt="2024-12-12T21:18:32.578" v="6386" actId="26606"/>
          <ac:spMkLst>
            <pc:docMk/>
            <pc:sldMk cId="2450211630" sldId="267"/>
            <ac:spMk id="17" creationId="{A0F3E2DF-E827-4D2A-A6D3-15B8451C8784}"/>
          </ac:spMkLst>
        </pc:spChg>
        <pc:picChg chg="add mod ord">
          <ac:chgData name="Suyog Mahale" userId="58a6b5e0c9a87e8e" providerId="LiveId" clId="{B1E3277D-E6F8-49C9-94CB-A87D9B7E7773}" dt="2024-12-12T21:18:32.578" v="6386" actId="26606"/>
          <ac:picMkLst>
            <pc:docMk/>
            <pc:sldMk cId="2450211630" sldId="267"/>
            <ac:picMk id="5" creationId="{F1EA58B7-E6C5-6D39-1FD4-74153CC37507}"/>
          </ac:picMkLst>
        </pc:picChg>
        <pc:picChg chg="add mod ord">
          <ac:chgData name="Suyog Mahale" userId="58a6b5e0c9a87e8e" providerId="LiveId" clId="{B1E3277D-E6F8-49C9-94CB-A87D9B7E7773}" dt="2024-12-12T21:18:32.578" v="6386" actId="26606"/>
          <ac:picMkLst>
            <pc:docMk/>
            <pc:sldMk cId="2450211630" sldId="267"/>
            <ac:picMk id="7" creationId="{E934DA74-37C6-FBEB-8C14-80247BD6AD5A}"/>
          </ac:picMkLst>
        </pc:picChg>
      </pc:sldChg>
      <pc:sldChg chg="addSp delSp modSp new mod ord setBg setClrOvrMap">
        <pc:chgData name="Suyog Mahale" userId="58a6b5e0c9a87e8e" providerId="LiveId" clId="{B1E3277D-E6F8-49C9-94CB-A87D9B7E7773}" dt="2024-12-13T23:50:04.778" v="21362"/>
        <pc:sldMkLst>
          <pc:docMk/>
          <pc:sldMk cId="1115164298" sldId="268"/>
        </pc:sldMkLst>
        <pc:spChg chg="mod">
          <ac:chgData name="Suyog Mahale" userId="58a6b5e0c9a87e8e" providerId="LiveId" clId="{B1E3277D-E6F8-49C9-94CB-A87D9B7E7773}" dt="2024-12-13T03:37:16.655" v="12933" actId="20577"/>
          <ac:spMkLst>
            <pc:docMk/>
            <pc:sldMk cId="1115164298" sldId="268"/>
            <ac:spMk id="2" creationId="{A7AD4405-FF79-D37B-9814-E03B2B6ED41D}"/>
          </ac:spMkLst>
        </pc:spChg>
        <pc:spChg chg="del mod">
          <ac:chgData name="Suyog Mahale" userId="58a6b5e0c9a87e8e" providerId="LiveId" clId="{B1E3277D-E6F8-49C9-94CB-A87D9B7E7773}" dt="2024-12-12T21:29:22.706" v="6847" actId="931"/>
          <ac:spMkLst>
            <pc:docMk/>
            <pc:sldMk cId="1115164298" sldId="268"/>
            <ac:spMk id="3" creationId="{0A15C468-EEC7-56CD-B4D1-FE4E3D5BE519}"/>
          </ac:spMkLst>
        </pc:spChg>
        <pc:spChg chg="add">
          <ac:chgData name="Suyog Mahale" userId="58a6b5e0c9a87e8e" providerId="LiveId" clId="{B1E3277D-E6F8-49C9-94CB-A87D9B7E7773}" dt="2024-12-12T19:44:29.925" v="5231" actId="26606"/>
          <ac:spMkLst>
            <pc:docMk/>
            <pc:sldMk cId="1115164298" sldId="268"/>
            <ac:spMk id="8" creationId="{E9B448F0-DA06-4165-AB5F-4330A20E06D0}"/>
          </ac:spMkLst>
        </pc:spChg>
        <pc:spChg chg="add del">
          <ac:chgData name="Suyog Mahale" userId="58a6b5e0c9a87e8e" providerId="LiveId" clId="{B1E3277D-E6F8-49C9-94CB-A87D9B7E7773}" dt="2024-12-12T19:44:29.897" v="5230" actId="26606"/>
          <ac:spMkLst>
            <pc:docMk/>
            <pc:sldMk cId="1115164298" sldId="268"/>
            <ac:spMk id="10" creationId="{C2E4E997-8672-4FFD-B8EC-9932A8E4714B}"/>
          </ac:spMkLst>
        </pc:spChg>
        <pc:spChg chg="add del mod">
          <ac:chgData name="Suyog Mahale" userId="58a6b5e0c9a87e8e" providerId="LiveId" clId="{B1E3277D-E6F8-49C9-94CB-A87D9B7E7773}" dt="2024-12-12T21:32:05.780" v="6858"/>
          <ac:spMkLst>
            <pc:docMk/>
            <pc:sldMk cId="1115164298" sldId="268"/>
            <ac:spMk id="11" creationId="{D4EC1E9E-4820-A76F-996B-8435F95AEBB3}"/>
          </ac:spMkLst>
        </pc:spChg>
        <pc:spChg chg="add del mod">
          <ac:chgData name="Suyog Mahale" userId="58a6b5e0c9a87e8e" providerId="LiveId" clId="{B1E3277D-E6F8-49C9-94CB-A87D9B7E7773}" dt="2024-12-12T21:32:05.781" v="6860"/>
          <ac:spMkLst>
            <pc:docMk/>
            <pc:sldMk cId="1115164298" sldId="268"/>
            <ac:spMk id="81" creationId="{6A3EDFD5-2C23-ABA8-3276-4CDB66ABA19E}"/>
          </ac:spMkLst>
        </pc:spChg>
        <pc:spChg chg="add mod">
          <ac:chgData name="Suyog Mahale" userId="58a6b5e0c9a87e8e" providerId="LiveId" clId="{B1E3277D-E6F8-49C9-94CB-A87D9B7E7773}" dt="2024-12-13T22:14:35.968" v="21178" actId="948"/>
          <ac:spMkLst>
            <pc:docMk/>
            <pc:sldMk cId="1115164298" sldId="268"/>
            <ac:spMk id="82" creationId="{B6CF3B8E-0892-E142-A35B-EAC2E75C57CD}"/>
          </ac:spMkLst>
        </pc:spChg>
        <pc:spChg chg="add del mod">
          <ac:chgData name="Suyog Mahale" userId="58a6b5e0c9a87e8e" providerId="LiveId" clId="{B1E3277D-E6F8-49C9-94CB-A87D9B7E7773}" dt="2024-12-13T03:36:23.913" v="12926" actId="478"/>
          <ac:spMkLst>
            <pc:docMk/>
            <pc:sldMk cId="1115164298" sldId="268"/>
            <ac:spMk id="83" creationId="{A359A866-D7A6-50AB-D801-CA469B0EC49A}"/>
          </ac:spMkLst>
        </pc:spChg>
        <pc:grpChg chg="add del">
          <ac:chgData name="Suyog Mahale" userId="58a6b5e0c9a87e8e" providerId="LiveId" clId="{B1E3277D-E6F8-49C9-94CB-A87D9B7E7773}" dt="2024-12-12T19:44:29.897" v="5230" actId="26606"/>
          <ac:grpSpMkLst>
            <pc:docMk/>
            <pc:sldMk cId="1115164298" sldId="268"/>
            <ac:grpSpMk id="14" creationId="{453E4DEE-E996-40F8-8635-0FF43D7348F9}"/>
          </ac:grpSpMkLst>
        </pc:grpChg>
        <pc:grpChg chg="add">
          <ac:chgData name="Suyog Mahale" userId="58a6b5e0c9a87e8e" providerId="LiveId" clId="{B1E3277D-E6F8-49C9-94CB-A87D9B7E7773}" dt="2024-12-12T19:44:29.925" v="5231" actId="26606"/>
          <ac:grpSpMkLst>
            <pc:docMk/>
            <pc:sldMk cId="1115164298" sldId="268"/>
            <ac:grpSpMk id="53" creationId="{2576BCDF-119F-4EB5-83D7-ED823C93EBBD}"/>
          </ac:grpSpMkLst>
        </pc:grpChg>
        <pc:grpChg chg="add">
          <ac:chgData name="Suyog Mahale" userId="58a6b5e0c9a87e8e" providerId="LiveId" clId="{B1E3277D-E6F8-49C9-94CB-A87D9B7E7773}" dt="2024-12-12T19:44:29.925" v="5231" actId="26606"/>
          <ac:grpSpMkLst>
            <pc:docMk/>
            <pc:sldMk cId="1115164298" sldId="268"/>
            <ac:grpSpMk id="80" creationId="{8DB4BB99-C854-45F9-BED1-63D15E3A2411}"/>
          </ac:grpSpMkLst>
        </pc:grpChg>
        <pc:picChg chg="add mod">
          <ac:chgData name="Suyog Mahale" userId="58a6b5e0c9a87e8e" providerId="LiveId" clId="{B1E3277D-E6F8-49C9-94CB-A87D9B7E7773}" dt="2024-12-13T03:37:07.895" v="12929" actId="1076"/>
          <ac:picMkLst>
            <pc:docMk/>
            <pc:sldMk cId="1115164298" sldId="268"/>
            <ac:picMk id="5" creationId="{080F8E35-1FA5-6BC3-BA52-98874037DD0D}"/>
          </ac:picMkLst>
        </pc:picChg>
        <pc:picChg chg="add del">
          <ac:chgData name="Suyog Mahale" userId="58a6b5e0c9a87e8e" providerId="LiveId" clId="{B1E3277D-E6F8-49C9-94CB-A87D9B7E7773}" dt="2024-12-12T19:44:29.897" v="5230" actId="26606"/>
          <ac:picMkLst>
            <pc:docMk/>
            <pc:sldMk cId="1115164298" sldId="268"/>
            <ac:picMk id="7" creationId="{576EF119-4A66-2C84-3E92-9F9AB2486623}"/>
          </ac:picMkLst>
        </pc:picChg>
        <pc:picChg chg="add del mod">
          <ac:chgData name="Suyog Mahale" userId="58a6b5e0c9a87e8e" providerId="LiveId" clId="{B1E3277D-E6F8-49C9-94CB-A87D9B7E7773}" dt="2024-12-13T03:36:24.461" v="12927" actId="478"/>
          <ac:picMkLst>
            <pc:docMk/>
            <pc:sldMk cId="1115164298" sldId="268"/>
            <ac:picMk id="9" creationId="{78810609-5703-F004-C5DF-13FE225C2966}"/>
          </ac:picMkLst>
        </pc:picChg>
        <pc:picChg chg="add del">
          <ac:chgData name="Suyog Mahale" userId="58a6b5e0c9a87e8e" providerId="LiveId" clId="{B1E3277D-E6F8-49C9-94CB-A87D9B7E7773}" dt="2024-12-12T19:44:29.897" v="5230" actId="26606"/>
          <ac:picMkLst>
            <pc:docMk/>
            <pc:sldMk cId="1115164298" sldId="268"/>
            <ac:picMk id="12" creationId="{FE6BA9E6-1D9E-4D30-B528-D49FA1342E4E}"/>
          </ac:picMkLst>
        </pc:picChg>
        <pc:picChg chg="add">
          <ac:chgData name="Suyog Mahale" userId="58a6b5e0c9a87e8e" providerId="LiveId" clId="{B1E3277D-E6F8-49C9-94CB-A87D9B7E7773}" dt="2024-12-12T19:44:29.925" v="5231" actId="26606"/>
          <ac:picMkLst>
            <pc:docMk/>
            <pc:sldMk cId="1115164298" sldId="268"/>
            <ac:picMk id="52" creationId="{92D83638-A467-411A-9C31-FE9A111CD885}"/>
          </ac:picMkLst>
        </pc:picChg>
      </pc:sldChg>
      <pc:sldChg chg="new del">
        <pc:chgData name="Suyog Mahale" userId="58a6b5e0c9a87e8e" providerId="LiveId" clId="{B1E3277D-E6F8-49C9-94CB-A87D9B7E7773}" dt="2024-12-12T21:32:48.021" v="6893" actId="47"/>
        <pc:sldMkLst>
          <pc:docMk/>
          <pc:sldMk cId="1358139948" sldId="269"/>
        </pc:sldMkLst>
      </pc:sldChg>
      <pc:sldChg chg="addSp delSp modSp new del mod setBg">
        <pc:chgData name="Suyog Mahale" userId="58a6b5e0c9a87e8e" providerId="LiveId" clId="{B1E3277D-E6F8-49C9-94CB-A87D9B7E7773}" dt="2024-12-13T03:46:55.102" v="13493" actId="47"/>
        <pc:sldMkLst>
          <pc:docMk/>
          <pc:sldMk cId="2045391663" sldId="269"/>
        </pc:sldMkLst>
        <pc:spChg chg="mod">
          <ac:chgData name="Suyog Mahale" userId="58a6b5e0c9a87e8e" providerId="LiveId" clId="{B1E3277D-E6F8-49C9-94CB-A87D9B7E7773}" dt="2024-12-12T21:39:09.672" v="6937" actId="14861"/>
          <ac:spMkLst>
            <pc:docMk/>
            <pc:sldMk cId="2045391663" sldId="269"/>
            <ac:spMk id="2" creationId="{0EE726EA-F966-6E88-649B-FC432B8E243A}"/>
          </ac:spMkLst>
        </pc:spChg>
        <pc:spChg chg="del mod">
          <ac:chgData name="Suyog Mahale" userId="58a6b5e0c9a87e8e" providerId="LiveId" clId="{B1E3277D-E6F8-49C9-94CB-A87D9B7E7773}" dt="2024-12-12T21:37:26.451" v="6926" actId="478"/>
          <ac:spMkLst>
            <pc:docMk/>
            <pc:sldMk cId="2045391663" sldId="269"/>
            <ac:spMk id="3" creationId="{80A9D531-C523-E33C-B1CB-62B2DD43EC8B}"/>
          </ac:spMkLst>
        </pc:spChg>
        <pc:spChg chg="add del">
          <ac:chgData name="Suyog Mahale" userId="58a6b5e0c9a87e8e" providerId="LiveId" clId="{B1E3277D-E6F8-49C9-94CB-A87D9B7E7773}" dt="2024-12-12T21:34:18.743" v="6905" actId="26606"/>
          <ac:spMkLst>
            <pc:docMk/>
            <pc:sldMk cId="2045391663" sldId="269"/>
            <ac:spMk id="8" creationId="{CC892AB0-7D6D-4FC9-9105-0CB427161889}"/>
          </ac:spMkLst>
        </pc:spChg>
        <pc:spChg chg="add del">
          <ac:chgData name="Suyog Mahale" userId="58a6b5e0c9a87e8e" providerId="LiveId" clId="{B1E3277D-E6F8-49C9-94CB-A87D9B7E7773}" dt="2024-12-12T21:34:18.743" v="6905" actId="26606"/>
          <ac:spMkLst>
            <pc:docMk/>
            <pc:sldMk cId="2045391663" sldId="269"/>
            <ac:spMk id="38" creationId="{6D29BE04-4454-4832-B83F-10D001BFF94D}"/>
          </ac:spMkLst>
        </pc:spChg>
        <pc:spChg chg="add del">
          <ac:chgData name="Suyog Mahale" userId="58a6b5e0c9a87e8e" providerId="LiveId" clId="{B1E3277D-E6F8-49C9-94CB-A87D9B7E7773}" dt="2024-12-12T21:34:20.693" v="6907" actId="26606"/>
          <ac:spMkLst>
            <pc:docMk/>
            <pc:sldMk cId="2045391663" sldId="269"/>
            <ac:spMk id="39" creationId="{7D1C411D-0818-4640-8657-2AF78250C802}"/>
          </ac:spMkLst>
        </pc:spChg>
        <pc:spChg chg="add del">
          <ac:chgData name="Suyog Mahale" userId="58a6b5e0c9a87e8e" providerId="LiveId" clId="{B1E3277D-E6F8-49C9-94CB-A87D9B7E7773}" dt="2024-12-12T21:34:18.743" v="6905" actId="26606"/>
          <ac:spMkLst>
            <pc:docMk/>
            <pc:sldMk cId="2045391663" sldId="269"/>
            <ac:spMk id="40" creationId="{98714CE9-3C2C-48E1-8B8F-CFB7735C43D7}"/>
          </ac:spMkLst>
        </pc:spChg>
        <pc:spChg chg="add del">
          <ac:chgData name="Suyog Mahale" userId="58a6b5e0c9a87e8e" providerId="LiveId" clId="{B1E3277D-E6F8-49C9-94CB-A87D9B7E7773}" dt="2024-12-12T21:34:20.693" v="6907" actId="26606"/>
          <ac:spMkLst>
            <pc:docMk/>
            <pc:sldMk cId="2045391663" sldId="269"/>
            <ac:spMk id="42" creationId="{6BFC9644-673A-459F-B3C5-9310A4E50E3B}"/>
          </ac:spMkLst>
        </pc:spChg>
        <pc:spChg chg="add del">
          <ac:chgData name="Suyog Mahale" userId="58a6b5e0c9a87e8e" providerId="LiveId" clId="{B1E3277D-E6F8-49C9-94CB-A87D9B7E7773}" dt="2024-12-12T21:34:22.977" v="6909" actId="26606"/>
          <ac:spMkLst>
            <pc:docMk/>
            <pc:sldMk cId="2045391663" sldId="269"/>
            <ac:spMk id="68" creationId="{B61375F2-60B1-44ED-B60A-019C4BD5A62A}"/>
          </ac:spMkLst>
        </pc:spChg>
        <pc:spChg chg="add del">
          <ac:chgData name="Suyog Mahale" userId="58a6b5e0c9a87e8e" providerId="LiveId" clId="{B1E3277D-E6F8-49C9-94CB-A87D9B7E7773}" dt="2024-12-12T21:37:20.938" v="6925" actId="26606"/>
          <ac:spMkLst>
            <pc:docMk/>
            <pc:sldMk cId="2045391663" sldId="269"/>
            <ac:spMk id="88" creationId="{6BFC9644-673A-459F-B3C5-9310A4E50E3B}"/>
          </ac:spMkLst>
        </pc:spChg>
        <pc:spChg chg="add del">
          <ac:chgData name="Suyog Mahale" userId="58a6b5e0c9a87e8e" providerId="LiveId" clId="{B1E3277D-E6F8-49C9-94CB-A87D9B7E7773}" dt="2024-12-12T21:37:20.938" v="6925" actId="26606"/>
          <ac:spMkLst>
            <pc:docMk/>
            <pc:sldMk cId="2045391663" sldId="269"/>
            <ac:spMk id="113" creationId="{7D1C411D-0818-4640-8657-2AF78250C802}"/>
          </ac:spMkLst>
        </pc:spChg>
        <pc:spChg chg="add del">
          <ac:chgData name="Suyog Mahale" userId="58a6b5e0c9a87e8e" providerId="LiveId" clId="{B1E3277D-E6F8-49C9-94CB-A87D9B7E7773}" dt="2024-12-12T21:37:20.915" v="6924" actId="26606"/>
          <ac:spMkLst>
            <pc:docMk/>
            <pc:sldMk cId="2045391663" sldId="269"/>
            <ac:spMk id="118" creationId="{B61375F2-60B1-44ED-B60A-019C4BD5A62A}"/>
          </ac:spMkLst>
        </pc:spChg>
        <pc:grpChg chg="add del">
          <ac:chgData name="Suyog Mahale" userId="58a6b5e0c9a87e8e" providerId="LiveId" clId="{B1E3277D-E6F8-49C9-94CB-A87D9B7E7773}" dt="2024-12-12T21:34:18.743" v="6905" actId="26606"/>
          <ac:grpSpMkLst>
            <pc:docMk/>
            <pc:sldMk cId="2045391663" sldId="269"/>
            <ac:grpSpMk id="10" creationId="{807353E4-FA19-40CB-8AF8-3A8E6704BE09}"/>
          </ac:grpSpMkLst>
        </pc:grpChg>
        <pc:grpChg chg="add del">
          <ac:chgData name="Suyog Mahale" userId="58a6b5e0c9a87e8e" providerId="LiveId" clId="{B1E3277D-E6F8-49C9-94CB-A87D9B7E7773}" dt="2024-12-12T21:34:18.743" v="6905" actId="26606"/>
          <ac:grpSpMkLst>
            <pc:docMk/>
            <pc:sldMk cId="2045391663" sldId="269"/>
            <ac:grpSpMk id="18" creationId="{0328E69E-CE3D-4110-8BF7-AD3C0C10CB1C}"/>
          </ac:grpSpMkLst>
        </pc:grpChg>
        <pc:grpChg chg="add del">
          <ac:chgData name="Suyog Mahale" userId="58a6b5e0c9a87e8e" providerId="LiveId" clId="{B1E3277D-E6F8-49C9-94CB-A87D9B7E7773}" dt="2024-12-12T21:34:18.743" v="6905" actId="26606"/>
          <ac:grpSpMkLst>
            <pc:docMk/>
            <pc:sldMk cId="2045391663" sldId="269"/>
            <ac:grpSpMk id="24" creationId="{F64806C9-3599-45A7-BCFF-F762C54276F8}"/>
          </ac:grpSpMkLst>
        </pc:grpChg>
        <pc:grpChg chg="add del">
          <ac:chgData name="Suyog Mahale" userId="58a6b5e0c9a87e8e" providerId="LiveId" clId="{B1E3277D-E6F8-49C9-94CB-A87D9B7E7773}" dt="2024-12-12T21:34:18.743" v="6905" actId="26606"/>
          <ac:grpSpMkLst>
            <pc:docMk/>
            <pc:sldMk cId="2045391663" sldId="269"/>
            <ac:grpSpMk id="30" creationId="{1287AC97-A8E8-4B45-A50A-3057A88B4088}"/>
          </ac:grpSpMkLst>
        </pc:grpChg>
        <pc:grpChg chg="add del">
          <ac:chgData name="Suyog Mahale" userId="58a6b5e0c9a87e8e" providerId="LiveId" clId="{B1E3277D-E6F8-49C9-94CB-A87D9B7E7773}" dt="2024-12-12T21:34:20.693" v="6907" actId="26606"/>
          <ac:grpSpMkLst>
            <pc:docMk/>
            <pc:sldMk cId="2045391663" sldId="269"/>
            <ac:grpSpMk id="43" creationId="{4ADB9295-9645-4BF2-ADFD-75800B7FAD06}"/>
          </ac:grpSpMkLst>
        </pc:grpChg>
        <pc:grpChg chg="add del">
          <ac:chgData name="Suyog Mahale" userId="58a6b5e0c9a87e8e" providerId="LiveId" clId="{B1E3277D-E6F8-49C9-94CB-A87D9B7E7773}" dt="2024-12-12T21:34:22.977" v="6909" actId="26606"/>
          <ac:grpSpMkLst>
            <pc:docMk/>
            <pc:sldMk cId="2045391663" sldId="269"/>
            <ac:grpSpMk id="69" creationId="{4ADB9295-9645-4BF2-ADFD-75800B7FAD06}"/>
          </ac:grpSpMkLst>
        </pc:grpChg>
        <pc:grpChg chg="add del">
          <ac:chgData name="Suyog Mahale" userId="58a6b5e0c9a87e8e" providerId="LiveId" clId="{B1E3277D-E6F8-49C9-94CB-A87D9B7E7773}" dt="2024-12-12T21:34:22.977" v="6909" actId="26606"/>
          <ac:grpSpMkLst>
            <pc:docMk/>
            <pc:sldMk cId="2045391663" sldId="269"/>
            <ac:grpSpMk id="77" creationId="{B485B3F6-654D-4842-A2DE-677D12FED460}"/>
          </ac:grpSpMkLst>
        </pc:grpChg>
        <pc:grpChg chg="add del">
          <ac:chgData name="Suyog Mahale" userId="58a6b5e0c9a87e8e" providerId="LiveId" clId="{B1E3277D-E6F8-49C9-94CB-A87D9B7E7773}" dt="2024-12-12T21:37:20.938" v="6925" actId="26606"/>
          <ac:grpSpMkLst>
            <pc:docMk/>
            <pc:sldMk cId="2045391663" sldId="269"/>
            <ac:grpSpMk id="89" creationId="{4ADB9295-9645-4BF2-ADFD-75800B7FAD06}"/>
          </ac:grpSpMkLst>
        </pc:grpChg>
        <pc:grpChg chg="add del">
          <ac:chgData name="Suyog Mahale" userId="58a6b5e0c9a87e8e" providerId="LiveId" clId="{B1E3277D-E6F8-49C9-94CB-A87D9B7E7773}" dt="2024-12-12T21:37:20.915" v="6924" actId="26606"/>
          <ac:grpSpMkLst>
            <pc:docMk/>
            <pc:sldMk cId="2045391663" sldId="269"/>
            <ac:grpSpMk id="120" creationId="{4ADB9295-9645-4BF2-ADFD-75800B7FAD06}"/>
          </ac:grpSpMkLst>
        </pc:grpChg>
        <pc:grpChg chg="add del">
          <ac:chgData name="Suyog Mahale" userId="58a6b5e0c9a87e8e" providerId="LiveId" clId="{B1E3277D-E6F8-49C9-94CB-A87D9B7E7773}" dt="2024-12-12T21:37:20.915" v="6924" actId="26606"/>
          <ac:grpSpMkLst>
            <pc:docMk/>
            <pc:sldMk cId="2045391663" sldId="269"/>
            <ac:grpSpMk id="149" creationId="{B485B3F6-654D-4842-A2DE-677D12FED460}"/>
          </ac:grpSpMkLst>
        </pc:grpChg>
      </pc:sldChg>
      <pc:sldChg chg="addSp delSp modSp new del mod setBg setClrOvrMap">
        <pc:chgData name="Suyog Mahale" userId="58a6b5e0c9a87e8e" providerId="LiveId" clId="{B1E3277D-E6F8-49C9-94CB-A87D9B7E7773}" dt="2024-12-12T21:33:57.241" v="6902" actId="47"/>
        <pc:sldMkLst>
          <pc:docMk/>
          <pc:sldMk cId="2564332888" sldId="269"/>
        </pc:sldMkLst>
        <pc:spChg chg="mod">
          <ac:chgData name="Suyog Mahale" userId="58a6b5e0c9a87e8e" providerId="LiveId" clId="{B1E3277D-E6F8-49C9-94CB-A87D9B7E7773}" dt="2024-12-12T21:33:26.159" v="6901" actId="26606"/>
          <ac:spMkLst>
            <pc:docMk/>
            <pc:sldMk cId="2564332888" sldId="269"/>
            <ac:spMk id="2" creationId="{AABA1EF5-D8EC-1A4B-06D9-BCD19537C2D6}"/>
          </ac:spMkLst>
        </pc:spChg>
        <pc:spChg chg="add del">
          <ac:chgData name="Suyog Mahale" userId="58a6b5e0c9a87e8e" providerId="LiveId" clId="{B1E3277D-E6F8-49C9-94CB-A87D9B7E7773}" dt="2024-12-12T21:33:09.313" v="6896" actId="26606"/>
          <ac:spMkLst>
            <pc:docMk/>
            <pc:sldMk cId="2564332888" sldId="269"/>
            <ac:spMk id="69" creationId="{4B24F6DB-F114-44A7-BB56-D401884E4E7F}"/>
          </ac:spMkLst>
        </pc:spChg>
        <pc:spChg chg="add del">
          <ac:chgData name="Suyog Mahale" userId="58a6b5e0c9a87e8e" providerId="LiveId" clId="{B1E3277D-E6F8-49C9-94CB-A87D9B7E7773}" dt="2024-12-12T21:33:23.136" v="6898" actId="26606"/>
          <ac:spMkLst>
            <pc:docMk/>
            <pc:sldMk cId="2564332888" sldId="269"/>
            <ac:spMk id="180" creationId="{B7D4B16D-600A-41A1-8B1B-3727C56C0C9B}"/>
          </ac:spMkLst>
        </pc:spChg>
        <pc:spChg chg="add del">
          <ac:chgData name="Suyog Mahale" userId="58a6b5e0c9a87e8e" providerId="LiveId" clId="{B1E3277D-E6F8-49C9-94CB-A87D9B7E7773}" dt="2024-12-12T21:33:26.109" v="6900" actId="26606"/>
          <ac:spMkLst>
            <pc:docMk/>
            <pc:sldMk cId="2564332888" sldId="269"/>
            <ac:spMk id="206" creationId="{61C6D790-69F0-40CA-813A-84D724D1C6D2}"/>
          </ac:spMkLst>
        </pc:spChg>
        <pc:spChg chg="add del">
          <ac:chgData name="Suyog Mahale" userId="58a6b5e0c9a87e8e" providerId="LiveId" clId="{B1E3277D-E6F8-49C9-94CB-A87D9B7E7773}" dt="2024-12-12T21:33:26.109" v="6900" actId="26606"/>
          <ac:spMkLst>
            <pc:docMk/>
            <pc:sldMk cId="2564332888" sldId="269"/>
            <ac:spMk id="207" creationId="{F5A78137-DBB7-4A93-98AC-5606814E2DC5}"/>
          </ac:spMkLst>
        </pc:spChg>
        <pc:spChg chg="add">
          <ac:chgData name="Suyog Mahale" userId="58a6b5e0c9a87e8e" providerId="LiveId" clId="{B1E3277D-E6F8-49C9-94CB-A87D9B7E7773}" dt="2024-12-12T21:33:26.159" v="6901" actId="26606"/>
          <ac:spMkLst>
            <pc:docMk/>
            <pc:sldMk cId="2564332888" sldId="269"/>
            <ac:spMk id="265" creationId="{46F5C31A-DCC7-49D8-9982-1042DBBFBD57}"/>
          </ac:spMkLst>
        </pc:spChg>
        <pc:spChg chg="add">
          <ac:chgData name="Suyog Mahale" userId="58a6b5e0c9a87e8e" providerId="LiveId" clId="{B1E3277D-E6F8-49C9-94CB-A87D9B7E7773}" dt="2024-12-12T21:33:26.159" v="6901" actId="26606"/>
          <ac:spMkLst>
            <pc:docMk/>
            <pc:sldMk cId="2564332888" sldId="269"/>
            <ac:spMk id="266" creationId="{7AFB7295-2F19-4B05-A81A-87B51093CFC9}"/>
          </ac:spMkLst>
        </pc:spChg>
        <pc:grpChg chg="add del">
          <ac:chgData name="Suyog Mahale" userId="58a6b5e0c9a87e8e" providerId="LiveId" clId="{B1E3277D-E6F8-49C9-94CB-A87D9B7E7773}" dt="2024-12-12T21:33:09.313" v="6896" actId="26606"/>
          <ac:grpSpMkLst>
            <pc:docMk/>
            <pc:sldMk cId="2564332888" sldId="269"/>
            <ac:grpSpMk id="9" creationId="{FF5EAD09-B81D-415F-8BCF-73C81AE05F21}"/>
          </ac:grpSpMkLst>
        </pc:grpChg>
        <pc:grpChg chg="add del">
          <ac:chgData name="Suyog Mahale" userId="58a6b5e0c9a87e8e" providerId="LiveId" clId="{B1E3277D-E6F8-49C9-94CB-A87D9B7E7773}" dt="2024-12-12T21:33:09.313" v="6896" actId="26606"/>
          <ac:grpSpMkLst>
            <pc:docMk/>
            <pc:sldMk cId="2564332888" sldId="269"/>
            <ac:grpSpMk id="65" creationId="{9BE10567-6165-46A7-867D-4690A16B46D6}"/>
          </ac:grpSpMkLst>
        </pc:grpChg>
        <pc:grpChg chg="add del">
          <ac:chgData name="Suyog Mahale" userId="58a6b5e0c9a87e8e" providerId="LiveId" clId="{B1E3277D-E6F8-49C9-94CB-A87D9B7E7773}" dt="2024-12-12T21:33:23.136" v="6898" actId="26606"/>
          <ac:grpSpMkLst>
            <pc:docMk/>
            <pc:sldMk cId="2564332888" sldId="269"/>
            <ac:grpSpMk id="67" creationId="{DE7C35E0-BD19-4AFC-81BF-7A7507E9C94D}"/>
          </ac:grpSpMkLst>
        </pc:grpChg>
        <pc:grpChg chg="add del">
          <ac:chgData name="Suyog Mahale" userId="58a6b5e0c9a87e8e" providerId="LiveId" clId="{B1E3277D-E6F8-49C9-94CB-A87D9B7E7773}" dt="2024-12-12T21:33:09.313" v="6896" actId="26606"/>
          <ac:grpSpMkLst>
            <pc:docMk/>
            <pc:sldMk cId="2564332888" sldId="269"/>
            <ac:grpSpMk id="71" creationId="{4DB50ECD-225E-4F81-AF7B-706DD05F3BA8}"/>
          </ac:grpSpMkLst>
        </pc:grpChg>
        <pc:grpChg chg="add del">
          <ac:chgData name="Suyog Mahale" userId="58a6b5e0c9a87e8e" providerId="LiveId" clId="{B1E3277D-E6F8-49C9-94CB-A87D9B7E7773}" dt="2024-12-12T21:33:23.136" v="6898" actId="26606"/>
          <ac:grpSpMkLst>
            <pc:docMk/>
            <pc:sldMk cId="2564332888" sldId="269"/>
            <ac:grpSpMk id="124" creationId="{FF5EAD09-B81D-415F-8BCF-73C81AE05F21}"/>
          </ac:grpSpMkLst>
        </pc:grpChg>
        <pc:grpChg chg="add del">
          <ac:chgData name="Suyog Mahale" userId="58a6b5e0c9a87e8e" providerId="LiveId" clId="{B1E3277D-E6F8-49C9-94CB-A87D9B7E7773}" dt="2024-12-12T21:33:26.109" v="6900" actId="26606"/>
          <ac:grpSpMkLst>
            <pc:docMk/>
            <pc:sldMk cId="2564332888" sldId="269"/>
            <ac:grpSpMk id="205" creationId="{FF5EAD09-B81D-415F-8BCF-73C81AE05F21}"/>
          </ac:grpSpMkLst>
        </pc:grpChg>
        <pc:grpChg chg="add">
          <ac:chgData name="Suyog Mahale" userId="58a6b5e0c9a87e8e" providerId="LiveId" clId="{B1E3277D-E6F8-49C9-94CB-A87D9B7E7773}" dt="2024-12-12T21:33:26.159" v="6901" actId="26606"/>
          <ac:grpSpMkLst>
            <pc:docMk/>
            <pc:sldMk cId="2564332888" sldId="269"/>
            <ac:grpSpMk id="210" creationId="{FF5EAD09-B81D-415F-8BCF-73C81AE05F21}"/>
          </ac:grpSpMkLst>
        </pc:grpChg>
        <pc:picChg chg="add del">
          <ac:chgData name="Suyog Mahale" userId="58a6b5e0c9a87e8e" providerId="LiveId" clId="{B1E3277D-E6F8-49C9-94CB-A87D9B7E7773}" dt="2024-12-12T21:33:09.313" v="6896" actId="26606"/>
          <ac:picMkLst>
            <pc:docMk/>
            <pc:sldMk cId="2564332888" sldId="269"/>
            <ac:picMk id="7" creationId="{9ACD3AF8-B16E-4174-8C1A-41F683C4AF8A}"/>
          </ac:picMkLst>
        </pc:picChg>
        <pc:picChg chg="add del">
          <ac:chgData name="Suyog Mahale" userId="58a6b5e0c9a87e8e" providerId="LiveId" clId="{B1E3277D-E6F8-49C9-94CB-A87D9B7E7773}" dt="2024-12-12T21:33:23.136" v="6898" actId="26606"/>
          <ac:picMkLst>
            <pc:docMk/>
            <pc:sldMk cId="2564332888" sldId="269"/>
            <ac:picMk id="122" creationId="{9ACD3AF8-B16E-4174-8C1A-41F683C4AF8A}"/>
          </ac:picMkLst>
        </pc:picChg>
        <pc:picChg chg="add del">
          <ac:chgData name="Suyog Mahale" userId="58a6b5e0c9a87e8e" providerId="LiveId" clId="{B1E3277D-E6F8-49C9-94CB-A87D9B7E7773}" dt="2024-12-12T21:33:23.136" v="6898" actId="26606"/>
          <ac:picMkLst>
            <pc:docMk/>
            <pc:sldMk cId="2564332888" sldId="269"/>
            <ac:picMk id="123" creationId="{51039561-92F9-40EE-900B-6AA0F58042A4}"/>
          </ac:picMkLst>
        </pc:picChg>
        <pc:picChg chg="add del">
          <ac:chgData name="Suyog Mahale" userId="58a6b5e0c9a87e8e" providerId="LiveId" clId="{B1E3277D-E6F8-49C9-94CB-A87D9B7E7773}" dt="2024-12-12T21:33:26.109" v="6900" actId="26606"/>
          <ac:picMkLst>
            <pc:docMk/>
            <pc:sldMk cId="2564332888" sldId="269"/>
            <ac:picMk id="204" creationId="{9ACD3AF8-B16E-4174-8C1A-41F683C4AF8A}"/>
          </ac:picMkLst>
        </pc:picChg>
        <pc:picChg chg="add">
          <ac:chgData name="Suyog Mahale" userId="58a6b5e0c9a87e8e" providerId="LiveId" clId="{B1E3277D-E6F8-49C9-94CB-A87D9B7E7773}" dt="2024-12-12T21:33:26.159" v="6901" actId="26606"/>
          <ac:picMkLst>
            <pc:docMk/>
            <pc:sldMk cId="2564332888" sldId="269"/>
            <ac:picMk id="209" creationId="{9ACD3AF8-B16E-4174-8C1A-41F683C4AF8A}"/>
          </ac:picMkLst>
        </pc:picChg>
        <pc:cxnChg chg="add del">
          <ac:chgData name="Suyog Mahale" userId="58a6b5e0c9a87e8e" providerId="LiveId" clId="{B1E3277D-E6F8-49C9-94CB-A87D9B7E7773}" dt="2024-12-12T21:33:23.136" v="6898" actId="26606"/>
          <ac:cxnSpMkLst>
            <pc:docMk/>
            <pc:sldMk cId="2564332888" sldId="269"/>
            <ac:cxnSpMk id="125" creationId="{D902DA06-324A-48CE-8C20-94535480A632}"/>
          </ac:cxnSpMkLst>
        </pc:cxnChg>
        <pc:cxnChg chg="add">
          <ac:chgData name="Suyog Mahale" userId="58a6b5e0c9a87e8e" providerId="LiveId" clId="{B1E3277D-E6F8-49C9-94CB-A87D9B7E7773}" dt="2024-12-12T21:33:26.159" v="6901" actId="26606"/>
          <ac:cxnSpMkLst>
            <pc:docMk/>
            <pc:sldMk cId="2564332888" sldId="269"/>
            <ac:cxnSpMk id="267" creationId="{7D9E8E26-937B-4D88-9FED-7A5E1E6F66B2}"/>
          </ac:cxnSpMkLst>
        </pc:cxnChg>
      </pc:sldChg>
      <pc:sldChg chg="addSp delSp modSp new mod ord setBg setClrOvrMap">
        <pc:chgData name="Suyog Mahale" userId="58a6b5e0c9a87e8e" providerId="LiveId" clId="{B1E3277D-E6F8-49C9-94CB-A87D9B7E7773}" dt="2024-12-14T00:43:03.889" v="21612"/>
        <pc:sldMkLst>
          <pc:docMk/>
          <pc:sldMk cId="1291160226" sldId="270"/>
        </pc:sldMkLst>
        <pc:spChg chg="mod">
          <ac:chgData name="Suyog Mahale" userId="58a6b5e0c9a87e8e" providerId="LiveId" clId="{B1E3277D-E6F8-49C9-94CB-A87D9B7E7773}" dt="2024-12-13T18:37:25.656" v="19617" actId="14861"/>
          <ac:spMkLst>
            <pc:docMk/>
            <pc:sldMk cId="1291160226" sldId="270"/>
            <ac:spMk id="2" creationId="{636D7318-6D71-ABDC-14DC-4D8D9D0228FB}"/>
          </ac:spMkLst>
        </pc:spChg>
        <pc:spChg chg="del mod">
          <ac:chgData name="Suyog Mahale" userId="58a6b5e0c9a87e8e" providerId="LiveId" clId="{B1E3277D-E6F8-49C9-94CB-A87D9B7E7773}" dt="2024-12-13T03:42:43.578" v="13050" actId="931"/>
          <ac:spMkLst>
            <pc:docMk/>
            <pc:sldMk cId="1291160226" sldId="270"/>
            <ac:spMk id="3" creationId="{0DED05BD-54A5-E822-A959-C0340417627D}"/>
          </ac:spMkLst>
        </pc:spChg>
        <pc:spChg chg="add mod">
          <ac:chgData name="Suyog Mahale" userId="58a6b5e0c9a87e8e" providerId="LiveId" clId="{B1E3277D-E6F8-49C9-94CB-A87D9B7E7773}" dt="2024-12-13T22:15:29.045" v="21182" actId="255"/>
          <ac:spMkLst>
            <pc:docMk/>
            <pc:sldMk cId="1291160226" sldId="270"/>
            <ac:spMk id="6" creationId="{970FD20F-A49A-ACC5-ECDA-E2C78280D2D6}"/>
          </ac:spMkLst>
        </pc:spChg>
        <pc:spChg chg="add">
          <ac:chgData name="Suyog Mahale" userId="58a6b5e0c9a87e8e" providerId="LiveId" clId="{B1E3277D-E6F8-49C9-94CB-A87D9B7E7773}" dt="2024-12-13T15:36:31.036" v="17760"/>
          <ac:spMkLst>
            <pc:docMk/>
            <pc:sldMk cId="1291160226" sldId="270"/>
            <ac:spMk id="7" creationId="{0212CFA6-9FE2-C67B-CCAD-3C30D997B744}"/>
          </ac:spMkLst>
        </pc:spChg>
        <pc:spChg chg="add">
          <ac:chgData name="Suyog Mahale" userId="58a6b5e0c9a87e8e" providerId="LiveId" clId="{B1E3277D-E6F8-49C9-94CB-A87D9B7E7773}" dt="2024-12-13T03:41:23.077" v="13030" actId="26606"/>
          <ac:spMkLst>
            <pc:docMk/>
            <pc:sldMk cId="1291160226" sldId="270"/>
            <ac:spMk id="8" creationId="{E9B448F0-DA06-4165-AB5F-4330A20E06D0}"/>
          </ac:spMkLst>
        </pc:spChg>
        <pc:spChg chg="add">
          <ac:chgData name="Suyog Mahale" userId="58a6b5e0c9a87e8e" providerId="LiveId" clId="{B1E3277D-E6F8-49C9-94CB-A87D9B7E7773}" dt="2024-12-13T15:36:34.507" v="17761"/>
          <ac:spMkLst>
            <pc:docMk/>
            <pc:sldMk cId="1291160226" sldId="270"/>
            <ac:spMk id="9" creationId="{440CA450-5542-9C8D-1B71-D68B12057392}"/>
          </ac:spMkLst>
        </pc:spChg>
        <pc:grpChg chg="add">
          <ac:chgData name="Suyog Mahale" userId="58a6b5e0c9a87e8e" providerId="LiveId" clId="{B1E3277D-E6F8-49C9-94CB-A87D9B7E7773}" dt="2024-12-13T03:41:23.077" v="13030" actId="26606"/>
          <ac:grpSpMkLst>
            <pc:docMk/>
            <pc:sldMk cId="1291160226" sldId="270"/>
            <ac:grpSpMk id="12" creationId="{2576BCDF-119F-4EB5-83D7-ED823C93EBBD}"/>
          </ac:grpSpMkLst>
        </pc:grpChg>
        <pc:grpChg chg="add">
          <ac:chgData name="Suyog Mahale" userId="58a6b5e0c9a87e8e" providerId="LiveId" clId="{B1E3277D-E6F8-49C9-94CB-A87D9B7E7773}" dt="2024-12-13T03:41:23.077" v="13030" actId="26606"/>
          <ac:grpSpMkLst>
            <pc:docMk/>
            <pc:sldMk cId="1291160226" sldId="270"/>
            <ac:grpSpMk id="41" creationId="{8DB4BB99-C854-45F9-BED1-63D15E3A2411}"/>
          </ac:grpSpMkLst>
        </pc:grpChg>
        <pc:picChg chg="add mod">
          <ac:chgData name="Suyog Mahale" userId="58a6b5e0c9a87e8e" providerId="LiveId" clId="{B1E3277D-E6F8-49C9-94CB-A87D9B7E7773}" dt="2024-12-13T03:42:50.065" v="13051" actId="1076"/>
          <ac:picMkLst>
            <pc:docMk/>
            <pc:sldMk cId="1291160226" sldId="270"/>
            <ac:picMk id="5" creationId="{1E2DC6ED-FB86-7DBA-C5CC-0F203DBCFD78}"/>
          </ac:picMkLst>
        </pc:picChg>
        <pc:picChg chg="add">
          <ac:chgData name="Suyog Mahale" userId="58a6b5e0c9a87e8e" providerId="LiveId" clId="{B1E3277D-E6F8-49C9-94CB-A87D9B7E7773}" dt="2024-12-13T03:41:23.077" v="13030" actId="26606"/>
          <ac:picMkLst>
            <pc:docMk/>
            <pc:sldMk cId="1291160226" sldId="270"/>
            <ac:picMk id="10" creationId="{92D83638-A467-411A-9C31-FE9A111CD885}"/>
          </ac:picMkLst>
        </pc:picChg>
      </pc:sldChg>
      <pc:sldChg chg="addSp delSp modSp add mod ord">
        <pc:chgData name="Suyog Mahale" userId="58a6b5e0c9a87e8e" providerId="LiveId" clId="{B1E3277D-E6F8-49C9-94CB-A87D9B7E7773}" dt="2024-12-13T03:48:33.022" v="13521" actId="20577"/>
        <pc:sldMkLst>
          <pc:docMk/>
          <pc:sldMk cId="4064230999" sldId="271"/>
        </pc:sldMkLst>
        <pc:spChg chg="del">
          <ac:chgData name="Suyog Mahale" userId="58a6b5e0c9a87e8e" providerId="LiveId" clId="{B1E3277D-E6F8-49C9-94CB-A87D9B7E7773}" dt="2024-12-13T03:47:35.602" v="13500" actId="478"/>
          <ac:spMkLst>
            <pc:docMk/>
            <pc:sldMk cId="4064230999" sldId="271"/>
            <ac:spMk id="2" creationId="{CFD58F64-D5E6-6D57-56AA-BFF20097D6F3}"/>
          </ac:spMkLst>
        </pc:spChg>
        <pc:spChg chg="del">
          <ac:chgData name="Suyog Mahale" userId="58a6b5e0c9a87e8e" providerId="LiveId" clId="{B1E3277D-E6F8-49C9-94CB-A87D9B7E7773}" dt="2024-12-13T03:47:33.450" v="13499" actId="478"/>
          <ac:spMkLst>
            <pc:docMk/>
            <pc:sldMk cId="4064230999" sldId="271"/>
            <ac:spMk id="3" creationId="{5B9901FC-1BAB-1B9F-DE20-6706264E3404}"/>
          </ac:spMkLst>
        </pc:spChg>
        <pc:spChg chg="del">
          <ac:chgData name="Suyog Mahale" userId="58a6b5e0c9a87e8e" providerId="LiveId" clId="{B1E3277D-E6F8-49C9-94CB-A87D9B7E7773}" dt="2024-12-13T03:47:43.071" v="13502" actId="478"/>
          <ac:spMkLst>
            <pc:docMk/>
            <pc:sldMk cId="4064230999" sldId="271"/>
            <ac:spMk id="5" creationId="{0B8AD52C-2F0C-BA1F-4517-8672477D6D4F}"/>
          </ac:spMkLst>
        </pc:spChg>
        <pc:spChg chg="add del mod">
          <ac:chgData name="Suyog Mahale" userId="58a6b5e0c9a87e8e" providerId="LiveId" clId="{B1E3277D-E6F8-49C9-94CB-A87D9B7E7773}" dt="2024-12-13T03:47:41.670" v="13501" actId="478"/>
          <ac:spMkLst>
            <pc:docMk/>
            <pc:sldMk cId="4064230999" sldId="271"/>
            <ac:spMk id="6" creationId="{65F768B7-901A-89F2-55D0-DB04339DDA1F}"/>
          </ac:spMkLst>
        </pc:spChg>
        <pc:spChg chg="add mod">
          <ac:chgData name="Suyog Mahale" userId="58a6b5e0c9a87e8e" providerId="LiveId" clId="{B1E3277D-E6F8-49C9-94CB-A87D9B7E7773}" dt="2024-12-13T03:48:33.022" v="13521" actId="20577"/>
          <ac:spMkLst>
            <pc:docMk/>
            <pc:sldMk cId="4064230999" sldId="271"/>
            <ac:spMk id="8" creationId="{30A7C0D3-D6E6-4815-E4A8-175156105CBF}"/>
          </ac:spMkLst>
        </pc:spChg>
        <pc:picChg chg="add del">
          <ac:chgData name="Suyog Mahale" userId="58a6b5e0c9a87e8e" providerId="LiveId" clId="{B1E3277D-E6F8-49C9-94CB-A87D9B7E7773}" dt="2024-12-13T03:47:28.913" v="13498" actId="478"/>
          <ac:picMkLst>
            <pc:docMk/>
            <pc:sldMk cId="4064230999" sldId="271"/>
            <ac:picMk id="71" creationId="{C9A633C8-45B9-9800-65E4-D91B23FFD0B9}"/>
          </ac:picMkLst>
        </pc:picChg>
      </pc:sldChg>
      <pc:sldChg chg="addSp modSp new mod setBg">
        <pc:chgData name="Suyog Mahale" userId="58a6b5e0c9a87e8e" providerId="LiveId" clId="{B1E3277D-E6F8-49C9-94CB-A87D9B7E7773}" dt="2024-12-13T22:13:55.216" v="21177" actId="14100"/>
        <pc:sldMkLst>
          <pc:docMk/>
          <pc:sldMk cId="3344628659" sldId="272"/>
        </pc:sldMkLst>
        <pc:spChg chg="mod">
          <ac:chgData name="Suyog Mahale" userId="58a6b5e0c9a87e8e" providerId="LiveId" clId="{B1E3277D-E6F8-49C9-94CB-A87D9B7E7773}" dt="2024-12-13T21:37:02.975" v="20874" actId="1076"/>
          <ac:spMkLst>
            <pc:docMk/>
            <pc:sldMk cId="3344628659" sldId="272"/>
            <ac:spMk id="2" creationId="{766F7BF4-BAAD-E94F-DCD7-33EDE91343DD}"/>
          </ac:spMkLst>
        </pc:spChg>
        <pc:spChg chg="mod ord">
          <ac:chgData name="Suyog Mahale" userId="58a6b5e0c9a87e8e" providerId="LiveId" clId="{B1E3277D-E6F8-49C9-94CB-A87D9B7E7773}" dt="2024-12-13T22:13:55.216" v="21177" actId="14100"/>
          <ac:spMkLst>
            <pc:docMk/>
            <pc:sldMk cId="3344628659" sldId="272"/>
            <ac:spMk id="3" creationId="{D08CD573-6099-3195-C8B6-E8346F71437D}"/>
          </ac:spMkLst>
        </pc:spChg>
        <pc:picChg chg="add mod">
          <ac:chgData name="Suyog Mahale" userId="58a6b5e0c9a87e8e" providerId="LiveId" clId="{B1E3277D-E6F8-49C9-94CB-A87D9B7E7773}" dt="2024-12-13T21:36:59.389" v="20873" actId="1076"/>
          <ac:picMkLst>
            <pc:docMk/>
            <pc:sldMk cId="3344628659" sldId="272"/>
            <ac:picMk id="5" creationId="{A35BF3D5-7B2A-377C-0D09-0346E29127D7}"/>
          </ac:picMkLst>
        </pc:picChg>
      </pc:sldChg>
      <pc:sldChg chg="addSp modSp new mod">
        <pc:chgData name="Suyog Mahale" userId="58a6b5e0c9a87e8e" providerId="LiveId" clId="{B1E3277D-E6F8-49C9-94CB-A87D9B7E7773}" dt="2024-12-14T02:26:27.201" v="21797" actId="113"/>
        <pc:sldMkLst>
          <pc:docMk/>
          <pc:sldMk cId="3087444592" sldId="273"/>
        </pc:sldMkLst>
        <pc:spChg chg="mod">
          <ac:chgData name="Suyog Mahale" userId="58a6b5e0c9a87e8e" providerId="LiveId" clId="{B1E3277D-E6F8-49C9-94CB-A87D9B7E7773}" dt="2024-12-13T04:18:39.725" v="14838" actId="14100"/>
          <ac:spMkLst>
            <pc:docMk/>
            <pc:sldMk cId="3087444592" sldId="273"/>
            <ac:spMk id="2" creationId="{407CF16C-BA2F-720A-B5FC-0681FE62296A}"/>
          </ac:spMkLst>
        </pc:spChg>
        <pc:spChg chg="mod">
          <ac:chgData name="Suyog Mahale" userId="58a6b5e0c9a87e8e" providerId="LiveId" clId="{B1E3277D-E6F8-49C9-94CB-A87D9B7E7773}" dt="2024-12-14T00:45:54.021" v="21615" actId="20577"/>
          <ac:spMkLst>
            <pc:docMk/>
            <pc:sldMk cId="3087444592" sldId="273"/>
            <ac:spMk id="3" creationId="{95F2A3C4-B7A2-F72A-8ED9-22587CC521C8}"/>
          </ac:spMkLst>
        </pc:spChg>
        <pc:spChg chg="add mod">
          <ac:chgData name="Suyog Mahale" userId="58a6b5e0c9a87e8e" providerId="LiveId" clId="{B1E3277D-E6F8-49C9-94CB-A87D9B7E7773}" dt="2024-12-14T02:24:04.542" v="21789" actId="1076"/>
          <ac:spMkLst>
            <pc:docMk/>
            <pc:sldMk cId="3087444592" sldId="273"/>
            <ac:spMk id="4" creationId="{7D2125C3-EDE2-21A5-F087-720463CA06BE}"/>
          </ac:spMkLst>
        </pc:spChg>
        <pc:spChg chg="add mod">
          <ac:chgData name="Suyog Mahale" userId="58a6b5e0c9a87e8e" providerId="LiveId" clId="{B1E3277D-E6F8-49C9-94CB-A87D9B7E7773}" dt="2024-12-14T02:26:27.201" v="21797" actId="113"/>
          <ac:spMkLst>
            <pc:docMk/>
            <pc:sldMk cId="3087444592" sldId="273"/>
            <ac:spMk id="9" creationId="{5BF1B78B-A24D-734A-9B0A-529ACEE1C90A}"/>
          </ac:spMkLst>
        </pc:spChg>
        <pc:picChg chg="add mod">
          <ac:chgData name="Suyog Mahale" userId="58a6b5e0c9a87e8e" providerId="LiveId" clId="{B1E3277D-E6F8-49C9-94CB-A87D9B7E7773}" dt="2024-12-14T02:23:56.239" v="21783" actId="14100"/>
          <ac:picMkLst>
            <pc:docMk/>
            <pc:sldMk cId="3087444592" sldId="273"/>
            <ac:picMk id="6" creationId="{5AAA6904-C5DA-638B-97E6-FD0772B708EC}"/>
          </ac:picMkLst>
        </pc:picChg>
        <pc:picChg chg="add mod">
          <ac:chgData name="Suyog Mahale" userId="58a6b5e0c9a87e8e" providerId="LiveId" clId="{B1E3277D-E6F8-49C9-94CB-A87D9B7E7773}" dt="2024-12-14T02:24:21.813" v="21795" actId="1076"/>
          <ac:picMkLst>
            <pc:docMk/>
            <pc:sldMk cId="3087444592" sldId="273"/>
            <ac:picMk id="8" creationId="{104B844D-6D6B-501F-0F18-E9DB232311D1}"/>
          </ac:picMkLst>
        </pc:picChg>
        <pc:picChg chg="add mod">
          <ac:chgData name="Suyog Mahale" userId="58a6b5e0c9a87e8e" providerId="LiveId" clId="{B1E3277D-E6F8-49C9-94CB-A87D9B7E7773}" dt="2024-12-14T02:24:17.055" v="21794" actId="1076"/>
          <ac:picMkLst>
            <pc:docMk/>
            <pc:sldMk cId="3087444592" sldId="273"/>
            <ac:picMk id="11" creationId="{DED14AB6-2A68-2679-3F89-AE115C79429C}"/>
          </ac:picMkLst>
        </pc:picChg>
      </pc:sldChg>
      <pc:sldChg chg="addSp delSp modSp new mod setBg setClrOvrMap">
        <pc:chgData name="Suyog Mahale" userId="58a6b5e0c9a87e8e" providerId="LiveId" clId="{B1E3277D-E6F8-49C9-94CB-A87D9B7E7773}" dt="2024-12-14T00:46:11.023" v="21618" actId="20577"/>
        <pc:sldMkLst>
          <pc:docMk/>
          <pc:sldMk cId="2486377751" sldId="274"/>
        </pc:sldMkLst>
        <pc:spChg chg="mod">
          <ac:chgData name="Suyog Mahale" userId="58a6b5e0c9a87e8e" providerId="LiveId" clId="{B1E3277D-E6F8-49C9-94CB-A87D9B7E7773}" dt="2024-12-13T04:33:15.250" v="15413" actId="26606"/>
          <ac:spMkLst>
            <pc:docMk/>
            <pc:sldMk cId="2486377751" sldId="274"/>
            <ac:spMk id="2" creationId="{B5458AE9-8D29-4541-55F2-1F8A1DD85C3C}"/>
          </ac:spMkLst>
        </pc:spChg>
        <pc:spChg chg="mod ord">
          <ac:chgData name="Suyog Mahale" userId="58a6b5e0c9a87e8e" providerId="LiveId" clId="{B1E3277D-E6F8-49C9-94CB-A87D9B7E7773}" dt="2024-12-14T00:46:11.023" v="21618" actId="20577"/>
          <ac:spMkLst>
            <pc:docMk/>
            <pc:sldMk cId="2486377751" sldId="274"/>
            <ac:spMk id="3" creationId="{501314D2-DEBA-E300-65D9-6F7893F3D69D}"/>
          </ac:spMkLst>
        </pc:spChg>
        <pc:spChg chg="add mod">
          <ac:chgData name="Suyog Mahale" userId="58a6b5e0c9a87e8e" providerId="LiveId" clId="{B1E3277D-E6F8-49C9-94CB-A87D9B7E7773}" dt="2024-12-13T17:21:05.735" v="18473" actId="14861"/>
          <ac:spMkLst>
            <pc:docMk/>
            <pc:sldMk cId="2486377751" sldId="274"/>
            <ac:spMk id="6" creationId="{A44DFB47-6057-1E39-4F54-13BE08448D25}"/>
          </ac:spMkLst>
        </pc:spChg>
        <pc:spChg chg="add del">
          <ac:chgData name="Suyog Mahale" userId="58a6b5e0c9a87e8e" providerId="LiveId" clId="{B1E3277D-E6F8-49C9-94CB-A87D9B7E7773}" dt="2024-12-13T04:32:52.957" v="15409" actId="26606"/>
          <ac:spMkLst>
            <pc:docMk/>
            <pc:sldMk cId="2486377751" sldId="274"/>
            <ac:spMk id="10" creationId="{C2E4E997-8672-4FFD-B8EC-9932A8E4714B}"/>
          </ac:spMkLst>
        </pc:spChg>
        <pc:spChg chg="add del">
          <ac:chgData name="Suyog Mahale" userId="58a6b5e0c9a87e8e" providerId="LiveId" clId="{B1E3277D-E6F8-49C9-94CB-A87D9B7E7773}" dt="2024-12-13T04:33:02.228" v="15411" actId="26606"/>
          <ac:spMkLst>
            <pc:docMk/>
            <pc:sldMk cId="2486377751" sldId="274"/>
            <ac:spMk id="52" creationId="{3CBA50DB-DBC7-4B6E-B3C1-8FF1EA519791}"/>
          </ac:spMkLst>
        </pc:spChg>
        <pc:spChg chg="add del">
          <ac:chgData name="Suyog Mahale" userId="58a6b5e0c9a87e8e" providerId="LiveId" clId="{B1E3277D-E6F8-49C9-94CB-A87D9B7E7773}" dt="2024-12-13T04:33:02.228" v="15411" actId="26606"/>
          <ac:spMkLst>
            <pc:docMk/>
            <pc:sldMk cId="2486377751" sldId="274"/>
            <ac:spMk id="55" creationId="{A1351C6B-7343-451F-AB4A-1CE294A4E927}"/>
          </ac:spMkLst>
        </pc:spChg>
        <pc:grpChg chg="add del">
          <ac:chgData name="Suyog Mahale" userId="58a6b5e0c9a87e8e" providerId="LiveId" clId="{B1E3277D-E6F8-49C9-94CB-A87D9B7E7773}" dt="2024-12-13T04:32:52.957" v="15409" actId="26606"/>
          <ac:grpSpMkLst>
            <pc:docMk/>
            <pc:sldMk cId="2486377751" sldId="274"/>
            <ac:grpSpMk id="14" creationId="{453E4DEE-E996-40F8-8635-0FF43D7348F9}"/>
          </ac:grpSpMkLst>
        </pc:grpChg>
        <pc:grpChg chg="add del">
          <ac:chgData name="Suyog Mahale" userId="58a6b5e0c9a87e8e" providerId="LiveId" clId="{B1E3277D-E6F8-49C9-94CB-A87D9B7E7773}" dt="2024-12-13T04:33:02.228" v="15411" actId="26606"/>
          <ac:grpSpMkLst>
            <pc:docMk/>
            <pc:sldMk cId="2486377751" sldId="274"/>
            <ac:grpSpMk id="54" creationId="{1DED8FB6-AF8D-4D98-913D-E6486FEC1021}"/>
          </ac:grpSpMkLst>
        </pc:grpChg>
        <pc:picChg chg="add del mod">
          <ac:chgData name="Suyog Mahale" userId="58a6b5e0c9a87e8e" providerId="LiveId" clId="{B1E3277D-E6F8-49C9-94CB-A87D9B7E7773}" dt="2024-12-13T04:34:16.434" v="15438" actId="478"/>
          <ac:picMkLst>
            <pc:docMk/>
            <pc:sldMk cId="2486377751" sldId="274"/>
            <ac:picMk id="5" creationId="{C200825E-545D-86A2-8B30-98703FE72EAC}"/>
          </ac:picMkLst>
        </pc:picChg>
        <pc:picChg chg="add mod">
          <ac:chgData name="Suyog Mahale" userId="58a6b5e0c9a87e8e" providerId="LiveId" clId="{B1E3277D-E6F8-49C9-94CB-A87D9B7E7773}" dt="2024-12-13T04:34:56.286" v="15446" actId="1076"/>
          <ac:picMkLst>
            <pc:docMk/>
            <pc:sldMk cId="2486377751" sldId="274"/>
            <ac:picMk id="7" creationId="{F3CBDDF1-41F5-90A0-86A9-E1A54E639732}"/>
          </ac:picMkLst>
        </pc:picChg>
        <pc:picChg chg="add del">
          <ac:chgData name="Suyog Mahale" userId="58a6b5e0c9a87e8e" providerId="LiveId" clId="{B1E3277D-E6F8-49C9-94CB-A87D9B7E7773}" dt="2024-12-13T04:32:52.957" v="15409" actId="26606"/>
          <ac:picMkLst>
            <pc:docMk/>
            <pc:sldMk cId="2486377751" sldId="274"/>
            <ac:picMk id="12" creationId="{FE6BA9E6-1D9E-4D30-B528-D49FA1342E4E}"/>
          </ac:picMkLst>
        </pc:picChg>
        <pc:picChg chg="add del">
          <ac:chgData name="Suyog Mahale" userId="58a6b5e0c9a87e8e" providerId="LiveId" clId="{B1E3277D-E6F8-49C9-94CB-A87D9B7E7773}" dt="2024-12-13T04:33:02.228" v="15411" actId="26606"/>
          <ac:picMkLst>
            <pc:docMk/>
            <pc:sldMk cId="2486377751" sldId="274"/>
            <ac:picMk id="53" creationId="{5B3DE270-418F-47A7-B311-C4D876041DC6}"/>
          </ac:picMkLst>
        </pc:picChg>
      </pc:sldChg>
      <pc:sldChg chg="addSp delSp modSp new mod">
        <pc:chgData name="Suyog Mahale" userId="58a6b5e0c9a87e8e" providerId="LiveId" clId="{B1E3277D-E6F8-49C9-94CB-A87D9B7E7773}" dt="2024-12-13T23:58:29.320" v="21454" actId="20577"/>
        <pc:sldMkLst>
          <pc:docMk/>
          <pc:sldMk cId="2928155420" sldId="275"/>
        </pc:sldMkLst>
        <pc:spChg chg="mod">
          <ac:chgData name="Suyog Mahale" userId="58a6b5e0c9a87e8e" providerId="LiveId" clId="{B1E3277D-E6F8-49C9-94CB-A87D9B7E7773}" dt="2024-12-13T20:31:24.901" v="19634" actId="14100"/>
          <ac:spMkLst>
            <pc:docMk/>
            <pc:sldMk cId="2928155420" sldId="275"/>
            <ac:spMk id="2" creationId="{DDC1DBB2-AAE9-72BD-73FD-A68578848DE4}"/>
          </ac:spMkLst>
        </pc:spChg>
        <pc:spChg chg="mod">
          <ac:chgData name="Suyog Mahale" userId="58a6b5e0c9a87e8e" providerId="LiveId" clId="{B1E3277D-E6F8-49C9-94CB-A87D9B7E7773}" dt="2024-12-13T22:13:11.068" v="21168" actId="27636"/>
          <ac:spMkLst>
            <pc:docMk/>
            <pc:sldMk cId="2928155420" sldId="275"/>
            <ac:spMk id="3" creationId="{2AB04983-141C-E4A7-ADE6-6CED899D5E74}"/>
          </ac:spMkLst>
        </pc:spChg>
        <pc:spChg chg="add mod">
          <ac:chgData name="Suyog Mahale" userId="58a6b5e0c9a87e8e" providerId="LiveId" clId="{B1E3277D-E6F8-49C9-94CB-A87D9B7E7773}" dt="2024-12-13T20:33:15.967" v="19656" actId="14861"/>
          <ac:spMkLst>
            <pc:docMk/>
            <pc:sldMk cId="2928155420" sldId="275"/>
            <ac:spMk id="8" creationId="{E6767FC0-AACE-2508-0667-168CA4150576}"/>
          </ac:spMkLst>
        </pc:spChg>
        <pc:spChg chg="add">
          <ac:chgData name="Suyog Mahale" userId="58a6b5e0c9a87e8e" providerId="LiveId" clId="{B1E3277D-E6F8-49C9-94CB-A87D9B7E7773}" dt="2024-12-13T21:29:39.800" v="20823"/>
          <ac:spMkLst>
            <pc:docMk/>
            <pc:sldMk cId="2928155420" sldId="275"/>
            <ac:spMk id="11" creationId="{463DF8DB-A3EB-DB48-BBEF-CCD3501AD177}"/>
          </ac:spMkLst>
        </pc:spChg>
        <pc:spChg chg="add mod">
          <ac:chgData name="Suyog Mahale" userId="58a6b5e0c9a87e8e" providerId="LiveId" clId="{B1E3277D-E6F8-49C9-94CB-A87D9B7E7773}" dt="2024-12-13T21:29:47.086" v="20825"/>
          <ac:spMkLst>
            <pc:docMk/>
            <pc:sldMk cId="2928155420" sldId="275"/>
            <ac:spMk id="12" creationId="{A9C3F3B2-0A28-C13C-6921-B38F4E8E2959}"/>
          </ac:spMkLst>
        </pc:spChg>
        <pc:spChg chg="add mod">
          <ac:chgData name="Suyog Mahale" userId="58a6b5e0c9a87e8e" providerId="LiveId" clId="{B1E3277D-E6F8-49C9-94CB-A87D9B7E7773}" dt="2024-12-13T23:58:29.320" v="21454" actId="20577"/>
          <ac:spMkLst>
            <pc:docMk/>
            <pc:sldMk cId="2928155420" sldId="275"/>
            <ac:spMk id="13" creationId="{4BB5579B-07F9-4AF0-7C53-5B04DAEF787B}"/>
          </ac:spMkLst>
        </pc:spChg>
        <pc:picChg chg="add del mod">
          <ac:chgData name="Suyog Mahale" userId="58a6b5e0c9a87e8e" providerId="LiveId" clId="{B1E3277D-E6F8-49C9-94CB-A87D9B7E7773}" dt="2024-12-13T20:33:07.465" v="19654" actId="478"/>
          <ac:picMkLst>
            <pc:docMk/>
            <pc:sldMk cId="2928155420" sldId="275"/>
            <ac:picMk id="5" creationId="{7CF0B53C-3C81-6484-A70D-C81E5F22D9A2}"/>
          </ac:picMkLst>
        </pc:picChg>
        <pc:picChg chg="add del mod">
          <ac:chgData name="Suyog Mahale" userId="58a6b5e0c9a87e8e" providerId="LiveId" clId="{B1E3277D-E6F8-49C9-94CB-A87D9B7E7773}" dt="2024-12-13T20:33:08.870" v="19655" actId="478"/>
          <ac:picMkLst>
            <pc:docMk/>
            <pc:sldMk cId="2928155420" sldId="275"/>
            <ac:picMk id="7" creationId="{61D84772-64C9-EE2C-3652-EEBB3439B7BD}"/>
          </ac:picMkLst>
        </pc:picChg>
        <pc:picChg chg="add mod">
          <ac:chgData name="Suyog Mahale" userId="58a6b5e0c9a87e8e" providerId="LiveId" clId="{B1E3277D-E6F8-49C9-94CB-A87D9B7E7773}" dt="2024-12-13T20:32:55.751" v="19651" actId="1076"/>
          <ac:picMkLst>
            <pc:docMk/>
            <pc:sldMk cId="2928155420" sldId="275"/>
            <ac:picMk id="9" creationId="{8CBF0551-7FA2-A178-9EAB-0A0DAFD721DF}"/>
          </ac:picMkLst>
        </pc:picChg>
        <pc:picChg chg="add mod">
          <ac:chgData name="Suyog Mahale" userId="58a6b5e0c9a87e8e" providerId="LiveId" clId="{B1E3277D-E6F8-49C9-94CB-A87D9B7E7773}" dt="2024-12-13T20:33:06.238" v="19653" actId="1076"/>
          <ac:picMkLst>
            <pc:docMk/>
            <pc:sldMk cId="2928155420" sldId="275"/>
            <ac:picMk id="10" creationId="{D68BC03B-A70E-7561-3A97-052F87317703}"/>
          </ac:picMkLst>
        </pc:picChg>
      </pc:sldChg>
      <pc:sldChg chg="addSp delSp modSp new mod">
        <pc:chgData name="Suyog Mahale" userId="58a6b5e0c9a87e8e" providerId="LiveId" clId="{B1E3277D-E6F8-49C9-94CB-A87D9B7E7773}" dt="2024-12-13T22:20:36.629" v="21225" actId="1076"/>
        <pc:sldMkLst>
          <pc:docMk/>
          <pc:sldMk cId="2382522233" sldId="276"/>
        </pc:sldMkLst>
        <pc:spChg chg="mod">
          <ac:chgData name="Suyog Mahale" userId="58a6b5e0c9a87e8e" providerId="LiveId" clId="{B1E3277D-E6F8-49C9-94CB-A87D9B7E7773}" dt="2024-12-13T21:50:11.794" v="20982" actId="20577"/>
          <ac:spMkLst>
            <pc:docMk/>
            <pc:sldMk cId="2382522233" sldId="276"/>
            <ac:spMk id="2" creationId="{A0F02CF0-F0A1-B331-D781-7E0751657BB8}"/>
          </ac:spMkLst>
        </pc:spChg>
        <pc:spChg chg="mod">
          <ac:chgData name="Suyog Mahale" userId="58a6b5e0c9a87e8e" providerId="LiveId" clId="{B1E3277D-E6F8-49C9-94CB-A87D9B7E7773}" dt="2024-12-13T17:38:49.941" v="19614" actId="20577"/>
          <ac:spMkLst>
            <pc:docMk/>
            <pc:sldMk cId="2382522233" sldId="276"/>
            <ac:spMk id="3" creationId="{C6176590-C5C4-52B3-713F-E23415DC4A6D}"/>
          </ac:spMkLst>
        </pc:spChg>
        <pc:spChg chg="add del mod">
          <ac:chgData name="Suyog Mahale" userId="58a6b5e0c9a87e8e" providerId="LiveId" clId="{B1E3277D-E6F8-49C9-94CB-A87D9B7E7773}" dt="2024-12-13T22:18:04.840" v="21197" actId="478"/>
          <ac:spMkLst>
            <pc:docMk/>
            <pc:sldMk cId="2382522233" sldId="276"/>
            <ac:spMk id="8" creationId="{2208BDE1-39F5-28EF-8CDA-8B2DA08B8764}"/>
          </ac:spMkLst>
        </pc:spChg>
        <pc:spChg chg="add del mod">
          <ac:chgData name="Suyog Mahale" userId="58a6b5e0c9a87e8e" providerId="LiveId" clId="{B1E3277D-E6F8-49C9-94CB-A87D9B7E7773}" dt="2024-12-13T22:18:14.397" v="21200" actId="478"/>
          <ac:spMkLst>
            <pc:docMk/>
            <pc:sldMk cId="2382522233" sldId="276"/>
            <ac:spMk id="9" creationId="{E1C6665F-23AA-C472-4CD4-E4217C3ED05E}"/>
          </ac:spMkLst>
        </pc:spChg>
        <pc:spChg chg="add mod">
          <ac:chgData name="Suyog Mahale" userId="58a6b5e0c9a87e8e" providerId="LiveId" clId="{B1E3277D-E6F8-49C9-94CB-A87D9B7E7773}" dt="2024-12-13T22:20:16.589" v="21222" actId="14861"/>
          <ac:spMkLst>
            <pc:docMk/>
            <pc:sldMk cId="2382522233" sldId="276"/>
            <ac:spMk id="10" creationId="{259B9820-41E4-60A1-7355-B7720732F6AB}"/>
          </ac:spMkLst>
        </pc:spChg>
        <pc:spChg chg="add mod">
          <ac:chgData name="Suyog Mahale" userId="58a6b5e0c9a87e8e" providerId="LiveId" clId="{B1E3277D-E6F8-49C9-94CB-A87D9B7E7773}" dt="2024-12-13T22:18:56.059" v="21212" actId="1076"/>
          <ac:spMkLst>
            <pc:docMk/>
            <pc:sldMk cId="2382522233" sldId="276"/>
            <ac:spMk id="14" creationId="{ADC6E577-6591-320E-CB8B-A7DEBDCD814B}"/>
          </ac:spMkLst>
        </pc:spChg>
        <pc:spChg chg="add mod">
          <ac:chgData name="Suyog Mahale" userId="58a6b5e0c9a87e8e" providerId="LiveId" clId="{B1E3277D-E6F8-49C9-94CB-A87D9B7E7773}" dt="2024-12-13T22:20:32.335" v="21224" actId="1076"/>
          <ac:spMkLst>
            <pc:docMk/>
            <pc:sldMk cId="2382522233" sldId="276"/>
            <ac:spMk id="15" creationId="{F8C53751-9963-FE2C-E68B-DBB8EC997AF6}"/>
          </ac:spMkLst>
        </pc:spChg>
        <pc:picChg chg="add del mod">
          <ac:chgData name="Suyog Mahale" userId="58a6b5e0c9a87e8e" providerId="LiveId" clId="{B1E3277D-E6F8-49C9-94CB-A87D9B7E7773}" dt="2024-12-13T22:17:42.260" v="21187" actId="478"/>
          <ac:picMkLst>
            <pc:docMk/>
            <pc:sldMk cId="2382522233" sldId="276"/>
            <ac:picMk id="5" creationId="{FDA36BEC-6113-C795-83BB-FEB2148F9CB3}"/>
          </ac:picMkLst>
        </pc:picChg>
        <pc:picChg chg="add del mod">
          <ac:chgData name="Suyog Mahale" userId="58a6b5e0c9a87e8e" providerId="LiveId" clId="{B1E3277D-E6F8-49C9-94CB-A87D9B7E7773}" dt="2024-12-13T22:17:50.841" v="21193" actId="478"/>
          <ac:picMkLst>
            <pc:docMk/>
            <pc:sldMk cId="2382522233" sldId="276"/>
            <ac:picMk id="7" creationId="{12B59853-C1FA-C385-6A7D-959A19F53F8E}"/>
          </ac:picMkLst>
        </pc:picChg>
        <pc:picChg chg="add mod">
          <ac:chgData name="Suyog Mahale" userId="58a6b5e0c9a87e8e" providerId="LiveId" clId="{B1E3277D-E6F8-49C9-94CB-A87D9B7E7773}" dt="2024-12-13T22:19:24.710" v="21217" actId="208"/>
          <ac:picMkLst>
            <pc:docMk/>
            <pc:sldMk cId="2382522233" sldId="276"/>
            <ac:picMk id="11" creationId="{96514F13-C4D5-F5CD-6E2D-1561E82762C4}"/>
          </ac:picMkLst>
        </pc:picChg>
        <pc:picChg chg="add del mod">
          <ac:chgData name="Suyog Mahale" userId="58a6b5e0c9a87e8e" providerId="LiveId" clId="{B1E3277D-E6F8-49C9-94CB-A87D9B7E7773}" dt="2024-12-13T22:17:46.418" v="21190" actId="478"/>
          <ac:picMkLst>
            <pc:docMk/>
            <pc:sldMk cId="2382522233" sldId="276"/>
            <ac:picMk id="12" creationId="{F66A327B-DEED-5D77-5AA8-AA23BA432890}"/>
          </ac:picMkLst>
        </pc:picChg>
        <pc:picChg chg="add mod">
          <ac:chgData name="Suyog Mahale" userId="58a6b5e0c9a87e8e" providerId="LiveId" clId="{B1E3277D-E6F8-49C9-94CB-A87D9B7E7773}" dt="2024-12-13T22:20:36.629" v="21225" actId="1076"/>
          <ac:picMkLst>
            <pc:docMk/>
            <pc:sldMk cId="2382522233" sldId="276"/>
            <ac:picMk id="13" creationId="{8F764932-8BA1-2F33-729E-28C896672F8B}"/>
          </ac:picMkLst>
        </pc:picChg>
      </pc:sldChg>
      <pc:sldChg chg="addSp delSp modSp new del mod setBg setClrOvrMap">
        <pc:chgData name="Suyog Mahale" userId="58a6b5e0c9a87e8e" providerId="LiveId" clId="{B1E3277D-E6F8-49C9-94CB-A87D9B7E7773}" dt="2024-12-13T23:49:56.300" v="21359" actId="47"/>
        <pc:sldMkLst>
          <pc:docMk/>
          <pc:sldMk cId="2165448858" sldId="277"/>
        </pc:sldMkLst>
        <pc:spChg chg="mod">
          <ac:chgData name="Suyog Mahale" userId="58a6b5e0c9a87e8e" providerId="LiveId" clId="{B1E3277D-E6F8-49C9-94CB-A87D9B7E7773}" dt="2024-12-13T22:34:19.328" v="21246" actId="122"/>
          <ac:spMkLst>
            <pc:docMk/>
            <pc:sldMk cId="2165448858" sldId="277"/>
            <ac:spMk id="2" creationId="{B2F23A93-8C1C-0A40-5B39-390919DF40C0}"/>
          </ac:spMkLst>
        </pc:spChg>
        <pc:spChg chg="add del">
          <ac:chgData name="Suyog Mahale" userId="58a6b5e0c9a87e8e" providerId="LiveId" clId="{B1E3277D-E6F8-49C9-94CB-A87D9B7E7773}" dt="2024-12-13T22:33:58.486" v="21228" actId="26606"/>
          <ac:spMkLst>
            <pc:docMk/>
            <pc:sldMk cId="2165448858" sldId="277"/>
            <ac:spMk id="65" creationId="{2F0EACBB-AB1D-4D11-AE26-0A672B872FCE}"/>
          </ac:spMkLst>
        </pc:spChg>
        <pc:spChg chg="add del">
          <ac:chgData name="Suyog Mahale" userId="58a6b5e0c9a87e8e" providerId="LiveId" clId="{B1E3277D-E6F8-49C9-94CB-A87D9B7E7773}" dt="2024-12-13T22:33:59.333" v="21230" actId="26606"/>
          <ac:spMkLst>
            <pc:docMk/>
            <pc:sldMk cId="2165448858" sldId="277"/>
            <ac:spMk id="193" creationId="{4B24F6DB-F114-44A7-BB56-D401884E4E7F}"/>
          </ac:spMkLst>
        </pc:spChg>
        <pc:spChg chg="add mod">
          <ac:chgData name="Suyog Mahale" userId="58a6b5e0c9a87e8e" providerId="LiveId" clId="{B1E3277D-E6F8-49C9-94CB-A87D9B7E7773}" dt="2024-12-13T22:40:12.195" v="21314" actId="1076"/>
          <ac:spMkLst>
            <pc:docMk/>
            <pc:sldMk cId="2165448858" sldId="277"/>
            <ac:spMk id="215" creationId="{F2B5066B-725E-4956-3524-B2D98D72F349}"/>
          </ac:spMkLst>
        </pc:spChg>
        <pc:spChg chg="add del">
          <ac:chgData name="Suyog Mahale" userId="58a6b5e0c9a87e8e" providerId="LiveId" clId="{B1E3277D-E6F8-49C9-94CB-A87D9B7E7773}" dt="2024-12-13T22:34:00.885" v="21232" actId="26606"/>
          <ac:spMkLst>
            <pc:docMk/>
            <pc:sldMk cId="2165448858" sldId="277"/>
            <ac:spMk id="218" creationId="{4D6A640B-6684-4338-9199-6EE758735581}"/>
          </ac:spMkLst>
        </pc:spChg>
        <pc:spChg chg="add del">
          <ac:chgData name="Suyog Mahale" userId="58a6b5e0c9a87e8e" providerId="LiveId" clId="{B1E3277D-E6F8-49C9-94CB-A87D9B7E7773}" dt="2024-12-13T22:34:00.885" v="21232" actId="26606"/>
          <ac:spMkLst>
            <pc:docMk/>
            <pc:sldMk cId="2165448858" sldId="277"/>
            <ac:spMk id="220" creationId="{FF5E4228-419E-44B9-B090-94A9540E5B3F}"/>
          </ac:spMkLst>
        </pc:spChg>
        <pc:spChg chg="add">
          <ac:chgData name="Suyog Mahale" userId="58a6b5e0c9a87e8e" providerId="LiveId" clId="{B1E3277D-E6F8-49C9-94CB-A87D9B7E7773}" dt="2024-12-13T22:34:00.938" v="21233" actId="26606"/>
          <ac:spMkLst>
            <pc:docMk/>
            <pc:sldMk cId="2165448858" sldId="277"/>
            <ac:spMk id="278" creationId="{7A070EAD-1DCD-4F3D-BA84-799B891A0E19}"/>
          </ac:spMkLst>
        </pc:spChg>
        <pc:grpChg chg="add del">
          <ac:chgData name="Suyog Mahale" userId="58a6b5e0c9a87e8e" providerId="LiveId" clId="{B1E3277D-E6F8-49C9-94CB-A87D9B7E7773}" dt="2024-12-13T22:33:58.486" v="21228" actId="26606"/>
          <ac:grpSpMkLst>
            <pc:docMk/>
            <pc:sldMk cId="2165448858" sldId="277"/>
            <ac:grpSpMk id="9" creationId="{FF5EAD09-B81D-415F-8BCF-73C81AE05F21}"/>
          </ac:grpSpMkLst>
        </pc:grpChg>
        <pc:grpChg chg="add del">
          <ac:chgData name="Suyog Mahale" userId="58a6b5e0c9a87e8e" providerId="LiveId" clId="{B1E3277D-E6F8-49C9-94CB-A87D9B7E7773}" dt="2024-12-13T22:33:58.486" v="21228" actId="26606"/>
          <ac:grpSpMkLst>
            <pc:docMk/>
            <pc:sldMk cId="2165448858" sldId="277"/>
            <ac:grpSpMk id="67" creationId="{EDEE0B57-C901-4422-9C96-B0E1A0D4D0E7}"/>
          </ac:grpSpMkLst>
        </pc:grpChg>
        <pc:grpChg chg="add del">
          <ac:chgData name="Suyog Mahale" userId="58a6b5e0c9a87e8e" providerId="LiveId" clId="{B1E3277D-E6F8-49C9-94CB-A87D9B7E7773}" dt="2024-12-13T22:33:58.486" v="21228" actId="26606"/>
          <ac:grpSpMkLst>
            <pc:docMk/>
            <pc:sldMk cId="2165448858" sldId="277"/>
            <ac:grpSpMk id="123" creationId="{B8DE5EA2-C86F-45CC-A9F1-5100DE1D1986}"/>
          </ac:grpSpMkLst>
        </pc:grpChg>
        <pc:grpChg chg="add del">
          <ac:chgData name="Suyog Mahale" userId="58a6b5e0c9a87e8e" providerId="LiveId" clId="{B1E3277D-E6F8-49C9-94CB-A87D9B7E7773}" dt="2024-12-13T22:33:59.333" v="21230" actId="26606"/>
          <ac:grpSpMkLst>
            <pc:docMk/>
            <pc:sldMk cId="2165448858" sldId="277"/>
            <ac:grpSpMk id="136" creationId="{FF5EAD09-B81D-415F-8BCF-73C81AE05F21}"/>
          </ac:grpSpMkLst>
        </pc:grpChg>
        <pc:grpChg chg="add del">
          <ac:chgData name="Suyog Mahale" userId="58a6b5e0c9a87e8e" providerId="LiveId" clId="{B1E3277D-E6F8-49C9-94CB-A87D9B7E7773}" dt="2024-12-13T22:33:59.333" v="21230" actId="26606"/>
          <ac:grpSpMkLst>
            <pc:docMk/>
            <pc:sldMk cId="2165448858" sldId="277"/>
            <ac:grpSpMk id="191" creationId="{9BE10567-6165-46A7-867D-4690A16B46D6}"/>
          </ac:grpSpMkLst>
        </pc:grpChg>
        <pc:grpChg chg="add del">
          <ac:chgData name="Suyog Mahale" userId="58a6b5e0c9a87e8e" providerId="LiveId" clId="{B1E3277D-E6F8-49C9-94CB-A87D9B7E7773}" dt="2024-12-13T22:33:59.333" v="21230" actId="26606"/>
          <ac:grpSpMkLst>
            <pc:docMk/>
            <pc:sldMk cId="2165448858" sldId="277"/>
            <ac:grpSpMk id="194" creationId="{4DB50ECD-225E-4F81-AF7B-706DD05F3BA8}"/>
          </ac:grpSpMkLst>
        </pc:grpChg>
        <pc:grpChg chg="add del">
          <ac:chgData name="Suyog Mahale" userId="58a6b5e0c9a87e8e" providerId="LiveId" clId="{B1E3277D-E6F8-49C9-94CB-A87D9B7E7773}" dt="2024-12-13T22:34:00.885" v="21232" actId="26606"/>
          <ac:grpSpMkLst>
            <pc:docMk/>
            <pc:sldMk cId="2165448858" sldId="277"/>
            <ac:grpSpMk id="217" creationId="{FF5EAD09-B81D-415F-8BCF-73C81AE05F21}"/>
          </ac:grpSpMkLst>
        </pc:grpChg>
        <pc:grpChg chg="add del">
          <ac:chgData name="Suyog Mahale" userId="58a6b5e0c9a87e8e" providerId="LiveId" clId="{B1E3277D-E6F8-49C9-94CB-A87D9B7E7773}" dt="2024-12-13T22:34:00.885" v="21232" actId="26606"/>
          <ac:grpSpMkLst>
            <pc:docMk/>
            <pc:sldMk cId="2165448858" sldId="277"/>
            <ac:grpSpMk id="219" creationId="{5BAB052D-92E4-4715-895B-E423230754C2}"/>
          </ac:grpSpMkLst>
        </pc:grpChg>
        <pc:grpChg chg="add">
          <ac:chgData name="Suyog Mahale" userId="58a6b5e0c9a87e8e" providerId="LiveId" clId="{B1E3277D-E6F8-49C9-94CB-A87D9B7E7773}" dt="2024-12-13T22:34:00.938" v="21233" actId="26606"/>
          <ac:grpSpMkLst>
            <pc:docMk/>
            <pc:sldMk cId="2165448858" sldId="277"/>
            <ac:grpSpMk id="223" creationId="{FF5EAD09-B81D-415F-8BCF-73C81AE05F21}"/>
          </ac:grpSpMkLst>
        </pc:grpChg>
        <pc:grpChg chg="add">
          <ac:chgData name="Suyog Mahale" userId="58a6b5e0c9a87e8e" providerId="LiveId" clId="{B1E3277D-E6F8-49C9-94CB-A87D9B7E7773}" dt="2024-12-13T22:34:00.938" v="21233" actId="26606"/>
          <ac:grpSpMkLst>
            <pc:docMk/>
            <pc:sldMk cId="2165448858" sldId="277"/>
            <ac:grpSpMk id="279" creationId="{DE471E13-6104-4637-8A8F-B545529B1D11}"/>
          </ac:grpSpMkLst>
        </pc:grpChg>
        <pc:picChg chg="add mod">
          <ac:chgData name="Suyog Mahale" userId="58a6b5e0c9a87e8e" providerId="LiveId" clId="{B1E3277D-E6F8-49C9-94CB-A87D9B7E7773}" dt="2024-12-13T22:36:34.876" v="21272" actId="1076"/>
          <ac:picMkLst>
            <pc:docMk/>
            <pc:sldMk cId="2165448858" sldId="277"/>
            <ac:picMk id="4" creationId="{9C323721-191C-3AC3-ED76-F1F20488C797}"/>
          </ac:picMkLst>
        </pc:picChg>
        <pc:picChg chg="add del mod">
          <ac:chgData name="Suyog Mahale" userId="58a6b5e0c9a87e8e" providerId="LiveId" clId="{B1E3277D-E6F8-49C9-94CB-A87D9B7E7773}" dt="2024-12-13T22:35:44.918" v="21263" actId="478"/>
          <ac:picMkLst>
            <pc:docMk/>
            <pc:sldMk cId="2165448858" sldId="277"/>
            <ac:picMk id="6" creationId="{DB6B18D9-70FD-8892-BE3D-ECE146FBB5E6}"/>
          </ac:picMkLst>
        </pc:picChg>
        <pc:picChg chg="add del">
          <ac:chgData name="Suyog Mahale" userId="58a6b5e0c9a87e8e" providerId="LiveId" clId="{B1E3277D-E6F8-49C9-94CB-A87D9B7E7773}" dt="2024-12-13T22:33:58.486" v="21228" actId="26606"/>
          <ac:picMkLst>
            <pc:docMk/>
            <pc:sldMk cId="2165448858" sldId="277"/>
            <ac:picMk id="7" creationId="{9ACD3AF8-B16E-4174-8C1A-41F683C4AF8A}"/>
          </ac:picMkLst>
        </pc:picChg>
        <pc:picChg chg="add del mod">
          <ac:chgData name="Suyog Mahale" userId="58a6b5e0c9a87e8e" providerId="LiveId" clId="{B1E3277D-E6F8-49C9-94CB-A87D9B7E7773}" dt="2024-12-13T22:35:46.331" v="21264" actId="478"/>
          <ac:picMkLst>
            <pc:docMk/>
            <pc:sldMk cId="2165448858" sldId="277"/>
            <ac:picMk id="64" creationId="{6EE59282-44C6-6EFC-B733-8B0DE0708B4C}"/>
          </ac:picMkLst>
        </pc:picChg>
        <pc:picChg chg="add mod">
          <ac:chgData name="Suyog Mahale" userId="58a6b5e0c9a87e8e" providerId="LiveId" clId="{B1E3277D-E6F8-49C9-94CB-A87D9B7E7773}" dt="2024-12-13T22:36:39.709" v="21273" actId="1076"/>
          <ac:picMkLst>
            <pc:docMk/>
            <pc:sldMk cId="2165448858" sldId="277"/>
            <ac:picMk id="134" creationId="{B886B27D-09D9-C2C7-0FD4-DFC1C93E0AB6}"/>
          </ac:picMkLst>
        </pc:picChg>
        <pc:picChg chg="add del">
          <ac:chgData name="Suyog Mahale" userId="58a6b5e0c9a87e8e" providerId="LiveId" clId="{B1E3277D-E6F8-49C9-94CB-A87D9B7E7773}" dt="2024-12-13T22:33:59.333" v="21230" actId="26606"/>
          <ac:picMkLst>
            <pc:docMk/>
            <pc:sldMk cId="2165448858" sldId="277"/>
            <ac:picMk id="135" creationId="{9ACD3AF8-B16E-4174-8C1A-41F683C4AF8A}"/>
          </ac:picMkLst>
        </pc:picChg>
        <pc:picChg chg="add del">
          <ac:chgData name="Suyog Mahale" userId="58a6b5e0c9a87e8e" providerId="LiveId" clId="{B1E3277D-E6F8-49C9-94CB-A87D9B7E7773}" dt="2024-12-13T22:34:00.885" v="21232" actId="26606"/>
          <ac:picMkLst>
            <pc:docMk/>
            <pc:sldMk cId="2165448858" sldId="277"/>
            <ac:picMk id="216" creationId="{9ACD3AF8-B16E-4174-8C1A-41F683C4AF8A}"/>
          </ac:picMkLst>
        </pc:picChg>
        <pc:picChg chg="add">
          <ac:chgData name="Suyog Mahale" userId="58a6b5e0c9a87e8e" providerId="LiveId" clId="{B1E3277D-E6F8-49C9-94CB-A87D9B7E7773}" dt="2024-12-13T22:34:00.938" v="21233" actId="26606"/>
          <ac:picMkLst>
            <pc:docMk/>
            <pc:sldMk cId="2165448858" sldId="277"/>
            <ac:picMk id="222" creationId="{9ACD3AF8-B16E-4174-8C1A-41F683C4AF8A}"/>
          </ac:picMkLst>
        </pc:picChg>
      </pc:sldChg>
      <pc:sldChg chg="addSp modSp new del mod setBg">
        <pc:chgData name="Suyog Mahale" userId="58a6b5e0c9a87e8e" providerId="LiveId" clId="{B1E3277D-E6F8-49C9-94CB-A87D9B7E7773}" dt="2024-12-13T23:50:00.080" v="21360" actId="47"/>
        <pc:sldMkLst>
          <pc:docMk/>
          <pc:sldMk cId="3656575767" sldId="278"/>
        </pc:sldMkLst>
        <pc:spChg chg="mod">
          <ac:chgData name="Suyog Mahale" userId="58a6b5e0c9a87e8e" providerId="LiveId" clId="{B1E3277D-E6F8-49C9-94CB-A87D9B7E7773}" dt="2024-12-13T22:42:21.152" v="21355" actId="122"/>
          <ac:spMkLst>
            <pc:docMk/>
            <pc:sldMk cId="3656575767" sldId="278"/>
            <ac:spMk id="2" creationId="{4DD85789-E4D8-446A-1B80-D2C0BF471622}"/>
          </ac:spMkLst>
        </pc:spChg>
        <pc:spChg chg="add">
          <ac:chgData name="Suyog Mahale" userId="58a6b5e0c9a87e8e" providerId="LiveId" clId="{B1E3277D-E6F8-49C9-94CB-A87D9B7E7773}" dt="2024-12-13T22:40:26.970" v="21316" actId="26606"/>
          <ac:spMkLst>
            <pc:docMk/>
            <pc:sldMk cId="3656575767" sldId="278"/>
            <ac:spMk id="65" creationId="{7A070EAD-1DCD-4F3D-BA84-799B891A0E19}"/>
          </ac:spMkLst>
        </pc:spChg>
        <pc:grpChg chg="add">
          <ac:chgData name="Suyog Mahale" userId="58a6b5e0c9a87e8e" providerId="LiveId" clId="{B1E3277D-E6F8-49C9-94CB-A87D9B7E7773}" dt="2024-12-13T22:40:26.970" v="21316" actId="26606"/>
          <ac:grpSpMkLst>
            <pc:docMk/>
            <pc:sldMk cId="3656575767" sldId="278"/>
            <ac:grpSpMk id="9" creationId="{FF5EAD09-B81D-415F-8BCF-73C81AE05F21}"/>
          </ac:grpSpMkLst>
        </pc:grpChg>
        <pc:grpChg chg="add">
          <ac:chgData name="Suyog Mahale" userId="58a6b5e0c9a87e8e" providerId="LiveId" clId="{B1E3277D-E6F8-49C9-94CB-A87D9B7E7773}" dt="2024-12-13T22:40:26.970" v="21316" actId="26606"/>
          <ac:grpSpMkLst>
            <pc:docMk/>
            <pc:sldMk cId="3656575767" sldId="278"/>
            <ac:grpSpMk id="67" creationId="{DE471E13-6104-4637-8A8F-B545529B1D11}"/>
          </ac:grpSpMkLst>
        </pc:grpChg>
        <pc:picChg chg="add mod">
          <ac:chgData name="Suyog Mahale" userId="58a6b5e0c9a87e8e" providerId="LiveId" clId="{B1E3277D-E6F8-49C9-94CB-A87D9B7E7773}" dt="2024-12-13T22:42:28.286" v="21358" actId="1076"/>
          <ac:picMkLst>
            <pc:docMk/>
            <pc:sldMk cId="3656575767" sldId="278"/>
            <ac:picMk id="4" creationId="{D1CF6823-9FD2-2395-E382-AB7C4E71099C}"/>
          </ac:picMkLst>
        </pc:picChg>
        <pc:picChg chg="add">
          <ac:chgData name="Suyog Mahale" userId="58a6b5e0c9a87e8e" providerId="LiveId" clId="{B1E3277D-E6F8-49C9-94CB-A87D9B7E7773}" dt="2024-12-13T22:40:26.970" v="21316" actId="26606"/>
          <ac:picMkLst>
            <pc:docMk/>
            <pc:sldMk cId="3656575767" sldId="278"/>
            <ac:picMk id="7" creationId="{9ACD3AF8-B16E-4174-8C1A-41F683C4AF8A}"/>
          </ac:picMkLst>
        </pc:picChg>
      </pc:sldChg>
      <pc:sldMasterChg chg="add del addSldLayout delSldLayout">
        <pc:chgData name="Suyog Mahale" userId="58a6b5e0c9a87e8e" providerId="LiveId" clId="{B1E3277D-E6F8-49C9-94CB-A87D9B7E7773}" dt="2024-12-10T23:39:44.833" v="10" actId="26606"/>
        <pc:sldMasterMkLst>
          <pc:docMk/>
          <pc:sldMasterMk cId="3622692745" sldId="2147483660"/>
        </pc:sldMasterMkLst>
        <pc:sldLayoutChg chg="add del">
          <pc:chgData name="Suyog Mahale" userId="58a6b5e0c9a87e8e" providerId="LiveId" clId="{B1E3277D-E6F8-49C9-94CB-A87D9B7E7773}" dt="2024-12-10T23:39:44.833" v="10" actId="26606"/>
          <pc:sldLayoutMkLst>
            <pc:docMk/>
            <pc:sldMasterMk cId="3622692745" sldId="2147483660"/>
            <pc:sldLayoutMk cId="2932790979" sldId="2147483661"/>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69208851" sldId="2147483662"/>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1709688" sldId="2147483663"/>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2395930779" sldId="2147483664"/>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3302551785" sldId="2147483665"/>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2203249170" sldId="2147483666"/>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2405093909" sldId="2147483667"/>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1315221975" sldId="2147483668"/>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335031617" sldId="2147483669"/>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2451598519" sldId="2147483670"/>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4211154319" sldId="2147483671"/>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2646394728" sldId="2147483672"/>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406953933" sldId="2147483673"/>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1034266765" sldId="2147483674"/>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1727465055" sldId="2147483675"/>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3377001543" sldId="2147483676"/>
          </pc:sldLayoutMkLst>
        </pc:sldLayoutChg>
        <pc:sldLayoutChg chg="add del">
          <pc:chgData name="Suyog Mahale" userId="58a6b5e0c9a87e8e" providerId="LiveId" clId="{B1E3277D-E6F8-49C9-94CB-A87D9B7E7773}" dt="2024-12-10T23:39:44.833" v="10" actId="26606"/>
          <pc:sldLayoutMkLst>
            <pc:docMk/>
            <pc:sldMasterMk cId="3622692745" sldId="2147483660"/>
            <pc:sldLayoutMk cId="4265090412" sldId="2147483677"/>
          </pc:sldLayoutMkLst>
        </pc:sldLayoutChg>
      </pc:sldMasterChg>
      <pc:sldMasterChg chg="add del replId addSldLayout delSldLayout">
        <pc:chgData name="Suyog Mahale" userId="58a6b5e0c9a87e8e" providerId="LiveId" clId="{B1E3277D-E6F8-49C9-94CB-A87D9B7E7773}" dt="2024-12-10T23:39:42.748" v="7" actId="26606"/>
        <pc:sldMasterMkLst>
          <pc:docMk/>
          <pc:sldMasterMk cId="2405996209" sldId="2147483678"/>
        </pc:sldMasterMkLst>
        <pc:sldLayoutChg chg="add del replId">
          <pc:chgData name="Suyog Mahale" userId="58a6b5e0c9a87e8e" providerId="LiveId" clId="{B1E3277D-E6F8-49C9-94CB-A87D9B7E7773}" dt="2024-12-10T23:39:42.748" v="7" actId="26606"/>
          <pc:sldLayoutMkLst>
            <pc:docMk/>
            <pc:sldMasterMk cId="2405996209" sldId="2147483678"/>
            <pc:sldLayoutMk cId="3802059843" sldId="2147483679"/>
          </pc:sldLayoutMkLst>
        </pc:sldLayoutChg>
        <pc:sldLayoutChg chg="add del replId">
          <pc:chgData name="Suyog Mahale" userId="58a6b5e0c9a87e8e" providerId="LiveId" clId="{B1E3277D-E6F8-49C9-94CB-A87D9B7E7773}" dt="2024-12-10T23:39:42.748" v="7" actId="26606"/>
          <pc:sldLayoutMkLst>
            <pc:docMk/>
            <pc:sldMasterMk cId="2405996209" sldId="2147483678"/>
            <pc:sldLayoutMk cId="3840977828" sldId="2147483680"/>
          </pc:sldLayoutMkLst>
        </pc:sldLayoutChg>
        <pc:sldLayoutChg chg="add del replId">
          <pc:chgData name="Suyog Mahale" userId="58a6b5e0c9a87e8e" providerId="LiveId" clId="{B1E3277D-E6F8-49C9-94CB-A87D9B7E7773}" dt="2024-12-10T23:39:42.748" v="7" actId="26606"/>
          <pc:sldLayoutMkLst>
            <pc:docMk/>
            <pc:sldMasterMk cId="2405996209" sldId="2147483678"/>
            <pc:sldLayoutMk cId="1011406503" sldId="2147483681"/>
          </pc:sldLayoutMkLst>
        </pc:sldLayoutChg>
        <pc:sldLayoutChg chg="add del replId">
          <pc:chgData name="Suyog Mahale" userId="58a6b5e0c9a87e8e" providerId="LiveId" clId="{B1E3277D-E6F8-49C9-94CB-A87D9B7E7773}" dt="2024-12-10T23:39:42.748" v="7" actId="26606"/>
          <pc:sldLayoutMkLst>
            <pc:docMk/>
            <pc:sldMasterMk cId="2405996209" sldId="2147483678"/>
            <pc:sldLayoutMk cId="238012160" sldId="2147483682"/>
          </pc:sldLayoutMkLst>
        </pc:sldLayoutChg>
        <pc:sldLayoutChg chg="add del replId">
          <pc:chgData name="Suyog Mahale" userId="58a6b5e0c9a87e8e" providerId="LiveId" clId="{B1E3277D-E6F8-49C9-94CB-A87D9B7E7773}" dt="2024-12-10T23:39:42.748" v="7" actId="26606"/>
          <pc:sldLayoutMkLst>
            <pc:docMk/>
            <pc:sldMasterMk cId="2405996209" sldId="2147483678"/>
            <pc:sldLayoutMk cId="3087445792" sldId="2147483683"/>
          </pc:sldLayoutMkLst>
        </pc:sldLayoutChg>
        <pc:sldLayoutChg chg="add del replId">
          <pc:chgData name="Suyog Mahale" userId="58a6b5e0c9a87e8e" providerId="LiveId" clId="{B1E3277D-E6F8-49C9-94CB-A87D9B7E7773}" dt="2024-12-10T23:39:42.748" v="7" actId="26606"/>
          <pc:sldLayoutMkLst>
            <pc:docMk/>
            <pc:sldMasterMk cId="2405996209" sldId="2147483678"/>
            <pc:sldLayoutMk cId="4090740565" sldId="2147483684"/>
          </pc:sldLayoutMkLst>
        </pc:sldLayoutChg>
        <pc:sldLayoutChg chg="add del replId">
          <pc:chgData name="Suyog Mahale" userId="58a6b5e0c9a87e8e" providerId="LiveId" clId="{B1E3277D-E6F8-49C9-94CB-A87D9B7E7773}" dt="2024-12-10T23:39:42.748" v="7" actId="26606"/>
          <pc:sldLayoutMkLst>
            <pc:docMk/>
            <pc:sldMasterMk cId="2405996209" sldId="2147483678"/>
            <pc:sldLayoutMk cId="1477156720" sldId="2147483685"/>
          </pc:sldLayoutMkLst>
        </pc:sldLayoutChg>
        <pc:sldLayoutChg chg="add del replId">
          <pc:chgData name="Suyog Mahale" userId="58a6b5e0c9a87e8e" providerId="LiveId" clId="{B1E3277D-E6F8-49C9-94CB-A87D9B7E7773}" dt="2024-12-10T23:39:42.748" v="7" actId="26606"/>
          <pc:sldLayoutMkLst>
            <pc:docMk/>
            <pc:sldMasterMk cId="2405996209" sldId="2147483678"/>
            <pc:sldLayoutMk cId="3556489080" sldId="2147483686"/>
          </pc:sldLayoutMkLst>
        </pc:sldLayoutChg>
        <pc:sldLayoutChg chg="add del replId">
          <pc:chgData name="Suyog Mahale" userId="58a6b5e0c9a87e8e" providerId="LiveId" clId="{B1E3277D-E6F8-49C9-94CB-A87D9B7E7773}" dt="2024-12-10T23:39:42.748" v="7" actId="26606"/>
          <pc:sldLayoutMkLst>
            <pc:docMk/>
            <pc:sldMasterMk cId="2405996209" sldId="2147483678"/>
            <pc:sldLayoutMk cId="2697029047" sldId="2147483687"/>
          </pc:sldLayoutMkLst>
        </pc:sldLayoutChg>
        <pc:sldLayoutChg chg="add del replId">
          <pc:chgData name="Suyog Mahale" userId="58a6b5e0c9a87e8e" providerId="LiveId" clId="{B1E3277D-E6F8-49C9-94CB-A87D9B7E7773}" dt="2024-12-10T23:39:42.748" v="7" actId="26606"/>
          <pc:sldLayoutMkLst>
            <pc:docMk/>
            <pc:sldMasterMk cId="2405996209" sldId="2147483678"/>
            <pc:sldLayoutMk cId="708329052" sldId="2147483688"/>
          </pc:sldLayoutMkLst>
        </pc:sldLayoutChg>
        <pc:sldLayoutChg chg="add del replId">
          <pc:chgData name="Suyog Mahale" userId="58a6b5e0c9a87e8e" providerId="LiveId" clId="{B1E3277D-E6F8-49C9-94CB-A87D9B7E7773}" dt="2024-12-10T23:39:42.748" v="7" actId="26606"/>
          <pc:sldLayoutMkLst>
            <pc:docMk/>
            <pc:sldMasterMk cId="2405996209" sldId="2147483678"/>
            <pc:sldLayoutMk cId="3156876275" sldId="2147483689"/>
          </pc:sldLayoutMkLst>
        </pc:sldLayoutChg>
      </pc:sldMasterChg>
      <pc:sldMasterChg chg="add del addSldLayout delSldLayout">
        <pc:chgData name="Suyog Mahale" userId="58a6b5e0c9a87e8e" providerId="LiveId" clId="{B1E3277D-E6F8-49C9-94CB-A87D9B7E7773}" dt="2024-12-10T23:39:41.309" v="5" actId="26606"/>
        <pc:sldMasterMkLst>
          <pc:docMk/>
          <pc:sldMasterMk cId="3977611083" sldId="2147483685"/>
        </pc:sldMasterMkLst>
        <pc:sldLayoutChg chg="add del">
          <pc:chgData name="Suyog Mahale" userId="58a6b5e0c9a87e8e" providerId="LiveId" clId="{B1E3277D-E6F8-49C9-94CB-A87D9B7E7773}" dt="2024-12-10T23:39:41.309" v="5" actId="26606"/>
          <pc:sldLayoutMkLst>
            <pc:docMk/>
            <pc:sldMasterMk cId="3977611083" sldId="2147483685"/>
            <pc:sldLayoutMk cId="1820473749" sldId="2147483678"/>
          </pc:sldLayoutMkLst>
        </pc:sldLayoutChg>
        <pc:sldLayoutChg chg="add del">
          <pc:chgData name="Suyog Mahale" userId="58a6b5e0c9a87e8e" providerId="LiveId" clId="{B1E3277D-E6F8-49C9-94CB-A87D9B7E7773}" dt="2024-12-10T23:39:41.309" v="5" actId="26606"/>
          <pc:sldLayoutMkLst>
            <pc:docMk/>
            <pc:sldMasterMk cId="3977611083" sldId="2147483685"/>
            <pc:sldLayoutMk cId="1048841680" sldId="2147483679"/>
          </pc:sldLayoutMkLst>
        </pc:sldLayoutChg>
        <pc:sldLayoutChg chg="add del">
          <pc:chgData name="Suyog Mahale" userId="58a6b5e0c9a87e8e" providerId="LiveId" clId="{B1E3277D-E6F8-49C9-94CB-A87D9B7E7773}" dt="2024-12-10T23:39:41.309" v="5" actId="26606"/>
          <pc:sldLayoutMkLst>
            <pc:docMk/>
            <pc:sldMasterMk cId="3977611083" sldId="2147483685"/>
            <pc:sldLayoutMk cId="195485460" sldId="2147483680"/>
          </pc:sldLayoutMkLst>
        </pc:sldLayoutChg>
        <pc:sldLayoutChg chg="add del">
          <pc:chgData name="Suyog Mahale" userId="58a6b5e0c9a87e8e" providerId="LiveId" clId="{B1E3277D-E6F8-49C9-94CB-A87D9B7E7773}" dt="2024-12-10T23:39:41.309" v="5" actId="26606"/>
          <pc:sldLayoutMkLst>
            <pc:docMk/>
            <pc:sldMasterMk cId="3977611083" sldId="2147483685"/>
            <pc:sldLayoutMk cId="1673259152" sldId="2147483681"/>
          </pc:sldLayoutMkLst>
        </pc:sldLayoutChg>
        <pc:sldLayoutChg chg="add del">
          <pc:chgData name="Suyog Mahale" userId="58a6b5e0c9a87e8e" providerId="LiveId" clId="{B1E3277D-E6F8-49C9-94CB-A87D9B7E7773}" dt="2024-12-10T23:39:41.309" v="5" actId="26606"/>
          <pc:sldLayoutMkLst>
            <pc:docMk/>
            <pc:sldMasterMk cId="3977611083" sldId="2147483685"/>
            <pc:sldLayoutMk cId="3179845585" sldId="2147483682"/>
          </pc:sldLayoutMkLst>
        </pc:sldLayoutChg>
        <pc:sldLayoutChg chg="add del">
          <pc:chgData name="Suyog Mahale" userId="58a6b5e0c9a87e8e" providerId="LiveId" clId="{B1E3277D-E6F8-49C9-94CB-A87D9B7E7773}" dt="2024-12-10T23:39:41.309" v="5" actId="26606"/>
          <pc:sldLayoutMkLst>
            <pc:docMk/>
            <pc:sldMasterMk cId="3977611083" sldId="2147483685"/>
            <pc:sldLayoutMk cId="1647216068" sldId="2147483683"/>
          </pc:sldLayoutMkLst>
        </pc:sldLayoutChg>
        <pc:sldLayoutChg chg="add del">
          <pc:chgData name="Suyog Mahale" userId="58a6b5e0c9a87e8e" providerId="LiveId" clId="{B1E3277D-E6F8-49C9-94CB-A87D9B7E7773}" dt="2024-12-10T23:39:41.309" v="5" actId="26606"/>
          <pc:sldLayoutMkLst>
            <pc:docMk/>
            <pc:sldMasterMk cId="3977611083" sldId="2147483685"/>
            <pc:sldLayoutMk cId="2458648629" sldId="2147483684"/>
          </pc:sldLayoutMkLst>
        </pc:sldLayoutChg>
        <pc:sldLayoutChg chg="add del replId">
          <pc:chgData name="Suyog Mahale" userId="58a6b5e0c9a87e8e" providerId="LiveId" clId="{B1E3277D-E6F8-49C9-94CB-A87D9B7E7773}" dt="2024-12-10T23:39:41.309" v="5" actId="26606"/>
          <pc:sldLayoutMkLst>
            <pc:docMk/>
            <pc:sldMasterMk cId="3977611083" sldId="2147483685"/>
            <pc:sldLayoutMk cId="2820634132" sldId="2147483686"/>
          </pc:sldLayoutMkLst>
        </pc:sldLayoutChg>
        <pc:sldLayoutChg chg="add del replId">
          <pc:chgData name="Suyog Mahale" userId="58a6b5e0c9a87e8e" providerId="LiveId" clId="{B1E3277D-E6F8-49C9-94CB-A87D9B7E7773}" dt="2024-12-10T23:39:41.309" v="5" actId="26606"/>
          <pc:sldLayoutMkLst>
            <pc:docMk/>
            <pc:sldMasterMk cId="3977611083" sldId="2147483685"/>
            <pc:sldLayoutMk cId="2495092752" sldId="2147483687"/>
          </pc:sldLayoutMkLst>
        </pc:sldLayoutChg>
        <pc:sldLayoutChg chg="add del replId">
          <pc:chgData name="Suyog Mahale" userId="58a6b5e0c9a87e8e" providerId="LiveId" clId="{B1E3277D-E6F8-49C9-94CB-A87D9B7E7773}" dt="2024-12-10T23:39:41.309" v="5" actId="26606"/>
          <pc:sldLayoutMkLst>
            <pc:docMk/>
            <pc:sldMasterMk cId="3977611083" sldId="2147483685"/>
            <pc:sldLayoutMk cId="3291701688" sldId="2147483688"/>
          </pc:sldLayoutMkLst>
        </pc:sldLayoutChg>
        <pc:sldLayoutChg chg="add del replId">
          <pc:chgData name="Suyog Mahale" userId="58a6b5e0c9a87e8e" providerId="LiveId" clId="{B1E3277D-E6F8-49C9-94CB-A87D9B7E7773}" dt="2024-12-10T23:39:41.309" v="5" actId="26606"/>
          <pc:sldLayoutMkLst>
            <pc:docMk/>
            <pc:sldMasterMk cId="3977611083" sldId="2147483685"/>
            <pc:sldLayoutMk cId="217146682" sldId="2147483689"/>
          </pc:sldLayoutMkLst>
        </pc:sldLayoutChg>
      </pc:sldMasterChg>
      <pc:sldMasterChg chg="add del addSldLayout delSldLayout">
        <pc:chgData name="Suyog Mahale" userId="58a6b5e0c9a87e8e" providerId="LiveId" clId="{B1E3277D-E6F8-49C9-94CB-A87D9B7E7773}" dt="2024-12-10T23:39:44.754" v="9" actId="26606"/>
        <pc:sldMasterMkLst>
          <pc:docMk/>
          <pc:sldMasterMk cId="3189142716" sldId="2147483711"/>
        </pc:sldMasterMkLst>
        <pc:sldLayoutChg chg="add del">
          <pc:chgData name="Suyog Mahale" userId="58a6b5e0c9a87e8e" providerId="LiveId" clId="{B1E3277D-E6F8-49C9-94CB-A87D9B7E7773}" dt="2024-12-10T23:39:44.754" v="9" actId="26606"/>
          <pc:sldLayoutMkLst>
            <pc:docMk/>
            <pc:sldMasterMk cId="3189142716" sldId="2147483711"/>
            <pc:sldLayoutMk cId="1215400541" sldId="2147483700"/>
          </pc:sldLayoutMkLst>
        </pc:sldLayoutChg>
        <pc:sldLayoutChg chg="add del">
          <pc:chgData name="Suyog Mahale" userId="58a6b5e0c9a87e8e" providerId="LiveId" clId="{B1E3277D-E6F8-49C9-94CB-A87D9B7E7773}" dt="2024-12-10T23:39:44.754" v="9" actId="26606"/>
          <pc:sldLayoutMkLst>
            <pc:docMk/>
            <pc:sldMasterMk cId="3189142716" sldId="2147483711"/>
            <pc:sldLayoutMk cId="4063331564" sldId="2147483701"/>
          </pc:sldLayoutMkLst>
        </pc:sldLayoutChg>
        <pc:sldLayoutChg chg="add del">
          <pc:chgData name="Suyog Mahale" userId="58a6b5e0c9a87e8e" providerId="LiveId" clId="{B1E3277D-E6F8-49C9-94CB-A87D9B7E7773}" dt="2024-12-10T23:39:44.754" v="9" actId="26606"/>
          <pc:sldLayoutMkLst>
            <pc:docMk/>
            <pc:sldMasterMk cId="3189142716" sldId="2147483711"/>
            <pc:sldLayoutMk cId="3412276290" sldId="2147483702"/>
          </pc:sldLayoutMkLst>
        </pc:sldLayoutChg>
        <pc:sldLayoutChg chg="add del">
          <pc:chgData name="Suyog Mahale" userId="58a6b5e0c9a87e8e" providerId="LiveId" clId="{B1E3277D-E6F8-49C9-94CB-A87D9B7E7773}" dt="2024-12-10T23:39:44.754" v="9" actId="26606"/>
          <pc:sldLayoutMkLst>
            <pc:docMk/>
            <pc:sldMasterMk cId="3189142716" sldId="2147483711"/>
            <pc:sldLayoutMk cId="1127851880" sldId="2147483703"/>
          </pc:sldLayoutMkLst>
        </pc:sldLayoutChg>
        <pc:sldLayoutChg chg="add del">
          <pc:chgData name="Suyog Mahale" userId="58a6b5e0c9a87e8e" providerId="LiveId" clId="{B1E3277D-E6F8-49C9-94CB-A87D9B7E7773}" dt="2024-12-10T23:39:44.754" v="9" actId="26606"/>
          <pc:sldLayoutMkLst>
            <pc:docMk/>
            <pc:sldMasterMk cId="3189142716" sldId="2147483711"/>
            <pc:sldLayoutMk cId="1621976" sldId="2147483704"/>
          </pc:sldLayoutMkLst>
        </pc:sldLayoutChg>
        <pc:sldLayoutChg chg="add del">
          <pc:chgData name="Suyog Mahale" userId="58a6b5e0c9a87e8e" providerId="LiveId" clId="{B1E3277D-E6F8-49C9-94CB-A87D9B7E7773}" dt="2024-12-10T23:39:44.754" v="9" actId="26606"/>
          <pc:sldLayoutMkLst>
            <pc:docMk/>
            <pc:sldMasterMk cId="3189142716" sldId="2147483711"/>
            <pc:sldLayoutMk cId="386842168" sldId="2147483705"/>
          </pc:sldLayoutMkLst>
        </pc:sldLayoutChg>
        <pc:sldLayoutChg chg="add del">
          <pc:chgData name="Suyog Mahale" userId="58a6b5e0c9a87e8e" providerId="LiveId" clId="{B1E3277D-E6F8-49C9-94CB-A87D9B7E7773}" dt="2024-12-10T23:39:44.754" v="9" actId="26606"/>
          <pc:sldLayoutMkLst>
            <pc:docMk/>
            <pc:sldMasterMk cId="3189142716" sldId="2147483711"/>
            <pc:sldLayoutMk cId="1425605435" sldId="2147483706"/>
          </pc:sldLayoutMkLst>
        </pc:sldLayoutChg>
        <pc:sldLayoutChg chg="add del">
          <pc:chgData name="Suyog Mahale" userId="58a6b5e0c9a87e8e" providerId="LiveId" clId="{B1E3277D-E6F8-49C9-94CB-A87D9B7E7773}" dt="2024-12-10T23:39:44.754" v="9" actId="26606"/>
          <pc:sldLayoutMkLst>
            <pc:docMk/>
            <pc:sldMasterMk cId="3189142716" sldId="2147483711"/>
            <pc:sldLayoutMk cId="3298063543" sldId="2147483707"/>
          </pc:sldLayoutMkLst>
        </pc:sldLayoutChg>
        <pc:sldLayoutChg chg="add del">
          <pc:chgData name="Suyog Mahale" userId="58a6b5e0c9a87e8e" providerId="LiveId" clId="{B1E3277D-E6F8-49C9-94CB-A87D9B7E7773}" dt="2024-12-10T23:39:44.754" v="9" actId="26606"/>
          <pc:sldLayoutMkLst>
            <pc:docMk/>
            <pc:sldMasterMk cId="3189142716" sldId="2147483711"/>
            <pc:sldLayoutMk cId="385881392" sldId="2147483708"/>
          </pc:sldLayoutMkLst>
        </pc:sldLayoutChg>
        <pc:sldLayoutChg chg="add del">
          <pc:chgData name="Suyog Mahale" userId="58a6b5e0c9a87e8e" providerId="LiveId" clId="{B1E3277D-E6F8-49C9-94CB-A87D9B7E7773}" dt="2024-12-10T23:39:44.754" v="9" actId="26606"/>
          <pc:sldLayoutMkLst>
            <pc:docMk/>
            <pc:sldMasterMk cId="3189142716" sldId="2147483711"/>
            <pc:sldLayoutMk cId="957089554" sldId="2147483709"/>
          </pc:sldLayoutMkLst>
        </pc:sldLayoutChg>
        <pc:sldLayoutChg chg="add del">
          <pc:chgData name="Suyog Mahale" userId="58a6b5e0c9a87e8e" providerId="LiveId" clId="{B1E3277D-E6F8-49C9-94CB-A87D9B7E7773}" dt="2024-12-10T23:39:44.754" v="9" actId="26606"/>
          <pc:sldLayoutMkLst>
            <pc:docMk/>
            <pc:sldMasterMk cId="3189142716" sldId="2147483711"/>
            <pc:sldLayoutMk cId="1413129603" sldId="2147483710"/>
          </pc:sldLayoutMkLst>
        </pc:sldLayoutChg>
      </pc:sldMasterChg>
      <pc:sldMasterChg chg="add addSldLayout">
        <pc:chgData name="Suyog Mahale" userId="58a6b5e0c9a87e8e" providerId="LiveId" clId="{B1E3277D-E6F8-49C9-94CB-A87D9B7E7773}" dt="2024-12-10T23:39:44.833" v="10" actId="26606"/>
        <pc:sldMasterMkLst>
          <pc:docMk/>
          <pc:sldMasterMk cId="527596185" sldId="2147483724"/>
        </pc:sldMasterMkLst>
        <pc:sldLayoutChg chg="add">
          <pc:chgData name="Suyog Mahale" userId="58a6b5e0c9a87e8e" providerId="LiveId" clId="{B1E3277D-E6F8-49C9-94CB-A87D9B7E7773}" dt="2024-12-10T23:39:44.833" v="10" actId="26606"/>
          <pc:sldLayoutMkLst>
            <pc:docMk/>
            <pc:sldMasterMk cId="527596185" sldId="2147483724"/>
            <pc:sldLayoutMk cId="1363007213" sldId="2147483713"/>
          </pc:sldLayoutMkLst>
        </pc:sldLayoutChg>
        <pc:sldLayoutChg chg="add">
          <pc:chgData name="Suyog Mahale" userId="58a6b5e0c9a87e8e" providerId="LiveId" clId="{B1E3277D-E6F8-49C9-94CB-A87D9B7E7773}" dt="2024-12-10T23:39:44.833" v="10" actId="26606"/>
          <pc:sldLayoutMkLst>
            <pc:docMk/>
            <pc:sldMasterMk cId="527596185" sldId="2147483724"/>
            <pc:sldLayoutMk cId="3411383435" sldId="2147483714"/>
          </pc:sldLayoutMkLst>
        </pc:sldLayoutChg>
        <pc:sldLayoutChg chg="add">
          <pc:chgData name="Suyog Mahale" userId="58a6b5e0c9a87e8e" providerId="LiveId" clId="{B1E3277D-E6F8-49C9-94CB-A87D9B7E7773}" dt="2024-12-10T23:39:44.833" v="10" actId="26606"/>
          <pc:sldLayoutMkLst>
            <pc:docMk/>
            <pc:sldMasterMk cId="527596185" sldId="2147483724"/>
            <pc:sldLayoutMk cId="1710471055" sldId="2147483715"/>
          </pc:sldLayoutMkLst>
        </pc:sldLayoutChg>
        <pc:sldLayoutChg chg="add">
          <pc:chgData name="Suyog Mahale" userId="58a6b5e0c9a87e8e" providerId="LiveId" clId="{B1E3277D-E6F8-49C9-94CB-A87D9B7E7773}" dt="2024-12-10T23:39:44.833" v="10" actId="26606"/>
          <pc:sldLayoutMkLst>
            <pc:docMk/>
            <pc:sldMasterMk cId="527596185" sldId="2147483724"/>
            <pc:sldLayoutMk cId="3223846322" sldId="2147483716"/>
          </pc:sldLayoutMkLst>
        </pc:sldLayoutChg>
        <pc:sldLayoutChg chg="add">
          <pc:chgData name="Suyog Mahale" userId="58a6b5e0c9a87e8e" providerId="LiveId" clId="{B1E3277D-E6F8-49C9-94CB-A87D9B7E7773}" dt="2024-12-10T23:39:44.833" v="10" actId="26606"/>
          <pc:sldLayoutMkLst>
            <pc:docMk/>
            <pc:sldMasterMk cId="527596185" sldId="2147483724"/>
            <pc:sldLayoutMk cId="3105467876" sldId="2147483717"/>
          </pc:sldLayoutMkLst>
        </pc:sldLayoutChg>
        <pc:sldLayoutChg chg="add">
          <pc:chgData name="Suyog Mahale" userId="58a6b5e0c9a87e8e" providerId="LiveId" clId="{B1E3277D-E6F8-49C9-94CB-A87D9B7E7773}" dt="2024-12-10T23:39:44.833" v="10" actId="26606"/>
          <pc:sldLayoutMkLst>
            <pc:docMk/>
            <pc:sldMasterMk cId="527596185" sldId="2147483724"/>
            <pc:sldLayoutMk cId="990673501" sldId="2147483718"/>
          </pc:sldLayoutMkLst>
        </pc:sldLayoutChg>
        <pc:sldLayoutChg chg="add">
          <pc:chgData name="Suyog Mahale" userId="58a6b5e0c9a87e8e" providerId="LiveId" clId="{B1E3277D-E6F8-49C9-94CB-A87D9B7E7773}" dt="2024-12-10T23:39:44.833" v="10" actId="26606"/>
          <pc:sldLayoutMkLst>
            <pc:docMk/>
            <pc:sldMasterMk cId="527596185" sldId="2147483724"/>
            <pc:sldLayoutMk cId="2518339800" sldId="2147483719"/>
          </pc:sldLayoutMkLst>
        </pc:sldLayoutChg>
        <pc:sldLayoutChg chg="add">
          <pc:chgData name="Suyog Mahale" userId="58a6b5e0c9a87e8e" providerId="LiveId" clId="{B1E3277D-E6F8-49C9-94CB-A87D9B7E7773}" dt="2024-12-10T23:39:44.833" v="10" actId="26606"/>
          <pc:sldLayoutMkLst>
            <pc:docMk/>
            <pc:sldMasterMk cId="527596185" sldId="2147483724"/>
            <pc:sldLayoutMk cId="1574415448" sldId="2147483720"/>
          </pc:sldLayoutMkLst>
        </pc:sldLayoutChg>
        <pc:sldLayoutChg chg="add">
          <pc:chgData name="Suyog Mahale" userId="58a6b5e0c9a87e8e" providerId="LiveId" clId="{B1E3277D-E6F8-49C9-94CB-A87D9B7E7773}" dt="2024-12-10T23:39:44.833" v="10" actId="26606"/>
          <pc:sldLayoutMkLst>
            <pc:docMk/>
            <pc:sldMasterMk cId="527596185" sldId="2147483724"/>
            <pc:sldLayoutMk cId="2993289513" sldId="2147483721"/>
          </pc:sldLayoutMkLst>
        </pc:sldLayoutChg>
        <pc:sldLayoutChg chg="add">
          <pc:chgData name="Suyog Mahale" userId="58a6b5e0c9a87e8e" providerId="LiveId" clId="{B1E3277D-E6F8-49C9-94CB-A87D9B7E7773}" dt="2024-12-10T23:39:44.833" v="10" actId="26606"/>
          <pc:sldLayoutMkLst>
            <pc:docMk/>
            <pc:sldMasterMk cId="527596185" sldId="2147483724"/>
            <pc:sldLayoutMk cId="377795449" sldId="2147483722"/>
          </pc:sldLayoutMkLst>
        </pc:sldLayoutChg>
        <pc:sldLayoutChg chg="add">
          <pc:chgData name="Suyog Mahale" userId="58a6b5e0c9a87e8e" providerId="LiveId" clId="{B1E3277D-E6F8-49C9-94CB-A87D9B7E7773}" dt="2024-12-10T23:39:44.833" v="10" actId="26606"/>
          <pc:sldLayoutMkLst>
            <pc:docMk/>
            <pc:sldMasterMk cId="527596185" sldId="2147483724"/>
            <pc:sldLayoutMk cId="2220863869" sldId="2147483723"/>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3480F1-C5BA-43FE-BBA7-81557AB6069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7222104-372F-44CC-9AFD-438CDF72CEB8}">
      <dgm:prSet/>
      <dgm:spPr>
        <a:solidFill>
          <a:schemeClr val="tx2">
            <a:lumMod val="50000"/>
          </a:schemeClr>
        </a:solidFill>
      </dgm:spPr>
      <dgm:t>
        <a:bodyPr/>
        <a:lstStyle/>
        <a:p>
          <a:r>
            <a:rPr lang="en-US" b="1" dirty="0"/>
            <a:t>Commits</a:t>
          </a:r>
          <a:r>
            <a:rPr lang="en-US" dirty="0"/>
            <a:t> - Data containing information abouts commits made to GitHub repositories. Provided information to repository names, authors, and information about the commits</a:t>
          </a:r>
        </a:p>
      </dgm:t>
    </dgm:pt>
    <dgm:pt modelId="{20A202F0-2EBA-4EE5-88AA-800C8B0CC042}" type="parTrans" cxnId="{C1755335-02D8-47B8-A3C0-3672D11792E8}">
      <dgm:prSet/>
      <dgm:spPr/>
      <dgm:t>
        <a:bodyPr/>
        <a:lstStyle/>
        <a:p>
          <a:endParaRPr lang="en-US"/>
        </a:p>
      </dgm:t>
    </dgm:pt>
    <dgm:pt modelId="{B4C6E571-1780-42D2-BDFE-917475529CF0}" type="sibTrans" cxnId="{C1755335-02D8-47B8-A3C0-3672D11792E8}">
      <dgm:prSet/>
      <dgm:spPr/>
      <dgm:t>
        <a:bodyPr/>
        <a:lstStyle/>
        <a:p>
          <a:endParaRPr lang="en-US"/>
        </a:p>
      </dgm:t>
    </dgm:pt>
    <dgm:pt modelId="{8A323D6C-2294-40FC-A717-98C61E665C08}">
      <dgm:prSet/>
      <dgm:spPr>
        <a:solidFill>
          <a:schemeClr val="tx2">
            <a:lumMod val="50000"/>
          </a:schemeClr>
        </a:solidFill>
      </dgm:spPr>
      <dgm:t>
        <a:bodyPr/>
        <a:lstStyle/>
        <a:p>
          <a:r>
            <a:rPr lang="en-US" b="1" dirty="0"/>
            <a:t>Contents</a:t>
          </a:r>
          <a:r>
            <a:rPr lang="en-US" dirty="0"/>
            <a:t> - Data containing information about the contents of the GitHub repositories</a:t>
          </a:r>
        </a:p>
      </dgm:t>
    </dgm:pt>
    <dgm:pt modelId="{68847FB0-172F-45A5-8E15-896BA8928821}" type="parTrans" cxnId="{A0F3AF07-6ECB-4345-9DD6-7BE5DEE07093}">
      <dgm:prSet/>
      <dgm:spPr/>
      <dgm:t>
        <a:bodyPr/>
        <a:lstStyle/>
        <a:p>
          <a:endParaRPr lang="en-US"/>
        </a:p>
      </dgm:t>
    </dgm:pt>
    <dgm:pt modelId="{8B65FB4F-5AA0-403E-AD20-76175828CA72}" type="sibTrans" cxnId="{A0F3AF07-6ECB-4345-9DD6-7BE5DEE07093}">
      <dgm:prSet/>
      <dgm:spPr/>
      <dgm:t>
        <a:bodyPr/>
        <a:lstStyle/>
        <a:p>
          <a:endParaRPr lang="en-US"/>
        </a:p>
      </dgm:t>
    </dgm:pt>
    <dgm:pt modelId="{579FA151-291B-4186-8883-07B028A8C742}">
      <dgm:prSet/>
      <dgm:spPr>
        <a:solidFill>
          <a:schemeClr val="tx2">
            <a:lumMod val="50000"/>
          </a:schemeClr>
        </a:solidFill>
      </dgm:spPr>
      <dgm:t>
        <a:bodyPr/>
        <a:lstStyle/>
        <a:p>
          <a:r>
            <a:rPr lang="en-US" b="1"/>
            <a:t>Files</a:t>
          </a:r>
          <a:r>
            <a:rPr lang="en-US"/>
            <a:t> - Information about the files present in the GitHub repositories</a:t>
          </a:r>
        </a:p>
      </dgm:t>
    </dgm:pt>
    <dgm:pt modelId="{C4AC24D0-2BA6-4EF7-A50A-3B11D0EB5F4D}" type="parTrans" cxnId="{0061AEC6-116B-4759-8EC5-C9F57BC13652}">
      <dgm:prSet/>
      <dgm:spPr/>
      <dgm:t>
        <a:bodyPr/>
        <a:lstStyle/>
        <a:p>
          <a:endParaRPr lang="en-US"/>
        </a:p>
      </dgm:t>
    </dgm:pt>
    <dgm:pt modelId="{F56BB35D-DA8A-40FB-A126-2EF80CC73F81}" type="sibTrans" cxnId="{0061AEC6-116B-4759-8EC5-C9F57BC13652}">
      <dgm:prSet/>
      <dgm:spPr/>
      <dgm:t>
        <a:bodyPr/>
        <a:lstStyle/>
        <a:p>
          <a:endParaRPr lang="en-US"/>
        </a:p>
      </dgm:t>
    </dgm:pt>
    <dgm:pt modelId="{EBB61DDF-48F7-422C-8C71-38D88212A3F8}">
      <dgm:prSet/>
      <dgm:spPr>
        <a:solidFill>
          <a:schemeClr val="tx2">
            <a:lumMod val="50000"/>
          </a:schemeClr>
        </a:solidFill>
      </dgm:spPr>
      <dgm:t>
        <a:bodyPr/>
        <a:lstStyle/>
        <a:p>
          <a:r>
            <a:rPr lang="en-US" b="1" dirty="0"/>
            <a:t>Languages</a:t>
          </a:r>
          <a:r>
            <a:rPr lang="en-US" dirty="0"/>
            <a:t> - Data about the languages used by developers in various repositories.</a:t>
          </a:r>
        </a:p>
      </dgm:t>
    </dgm:pt>
    <dgm:pt modelId="{D2C7A9D8-449D-434E-8E38-F885FFAB8FCB}" type="parTrans" cxnId="{8FD5881C-EB96-475F-A4FA-702DCF833205}">
      <dgm:prSet/>
      <dgm:spPr/>
      <dgm:t>
        <a:bodyPr/>
        <a:lstStyle/>
        <a:p>
          <a:endParaRPr lang="en-US"/>
        </a:p>
      </dgm:t>
    </dgm:pt>
    <dgm:pt modelId="{F678EA18-4894-41D9-A851-77B06CB5299F}" type="sibTrans" cxnId="{8FD5881C-EB96-475F-A4FA-702DCF833205}">
      <dgm:prSet/>
      <dgm:spPr/>
      <dgm:t>
        <a:bodyPr/>
        <a:lstStyle/>
        <a:p>
          <a:endParaRPr lang="en-US"/>
        </a:p>
      </dgm:t>
    </dgm:pt>
    <dgm:pt modelId="{F684ED00-E779-4870-B6DF-896F7A53EC84}">
      <dgm:prSet/>
      <dgm:spPr>
        <a:solidFill>
          <a:schemeClr val="tx2">
            <a:lumMod val="50000"/>
          </a:schemeClr>
        </a:solidFill>
      </dgm:spPr>
      <dgm:t>
        <a:bodyPr/>
        <a:lstStyle/>
        <a:p>
          <a:r>
            <a:rPr lang="en-US" b="1" dirty="0"/>
            <a:t>Licenses</a:t>
          </a:r>
          <a:r>
            <a:rPr lang="en-US" dirty="0"/>
            <a:t> – Data containing information of licenses used by GitHub Developers</a:t>
          </a:r>
        </a:p>
      </dgm:t>
    </dgm:pt>
    <dgm:pt modelId="{4F61EBB0-2A74-4411-AE87-C6F53F0EDDE6}" type="parTrans" cxnId="{B99D597A-FD76-4E6E-9190-70D69A85CD95}">
      <dgm:prSet/>
      <dgm:spPr/>
      <dgm:t>
        <a:bodyPr/>
        <a:lstStyle/>
        <a:p>
          <a:endParaRPr lang="en-US"/>
        </a:p>
      </dgm:t>
    </dgm:pt>
    <dgm:pt modelId="{78EC385F-6FC8-4758-9828-84ED341C45B1}" type="sibTrans" cxnId="{B99D597A-FD76-4E6E-9190-70D69A85CD95}">
      <dgm:prSet/>
      <dgm:spPr/>
      <dgm:t>
        <a:bodyPr/>
        <a:lstStyle/>
        <a:p>
          <a:endParaRPr lang="en-US"/>
        </a:p>
      </dgm:t>
    </dgm:pt>
    <dgm:pt modelId="{4A7506DE-4DAB-4937-97BB-93B0BB225EF6}" type="pres">
      <dgm:prSet presAssocID="{1C3480F1-C5BA-43FE-BBA7-81557AB6069B}" presName="linear" presStyleCnt="0">
        <dgm:presLayoutVars>
          <dgm:animLvl val="lvl"/>
          <dgm:resizeHandles val="exact"/>
        </dgm:presLayoutVars>
      </dgm:prSet>
      <dgm:spPr/>
    </dgm:pt>
    <dgm:pt modelId="{9C8B1098-BCB8-4D00-BDE1-E3B722C69074}" type="pres">
      <dgm:prSet presAssocID="{F7222104-372F-44CC-9AFD-438CDF72CEB8}" presName="parentText" presStyleLbl="node1" presStyleIdx="0" presStyleCnt="5">
        <dgm:presLayoutVars>
          <dgm:chMax val="0"/>
          <dgm:bulletEnabled val="1"/>
        </dgm:presLayoutVars>
      </dgm:prSet>
      <dgm:spPr/>
    </dgm:pt>
    <dgm:pt modelId="{DE79C6A9-838A-43DF-9ED4-CAF869401AE9}" type="pres">
      <dgm:prSet presAssocID="{B4C6E571-1780-42D2-BDFE-917475529CF0}" presName="spacer" presStyleCnt="0"/>
      <dgm:spPr/>
    </dgm:pt>
    <dgm:pt modelId="{A504AF8B-D31F-4EBE-8BA1-C65127884438}" type="pres">
      <dgm:prSet presAssocID="{8A323D6C-2294-40FC-A717-98C61E665C08}" presName="parentText" presStyleLbl="node1" presStyleIdx="1" presStyleCnt="5">
        <dgm:presLayoutVars>
          <dgm:chMax val="0"/>
          <dgm:bulletEnabled val="1"/>
        </dgm:presLayoutVars>
      </dgm:prSet>
      <dgm:spPr/>
    </dgm:pt>
    <dgm:pt modelId="{94581481-15A6-476D-9534-724538B5AB85}" type="pres">
      <dgm:prSet presAssocID="{8B65FB4F-5AA0-403E-AD20-76175828CA72}" presName="spacer" presStyleCnt="0"/>
      <dgm:spPr/>
    </dgm:pt>
    <dgm:pt modelId="{7C8C6C0A-23B2-4AB2-8EFC-FC6154DBCAD6}" type="pres">
      <dgm:prSet presAssocID="{579FA151-291B-4186-8883-07B028A8C742}" presName="parentText" presStyleLbl="node1" presStyleIdx="2" presStyleCnt="5">
        <dgm:presLayoutVars>
          <dgm:chMax val="0"/>
          <dgm:bulletEnabled val="1"/>
        </dgm:presLayoutVars>
      </dgm:prSet>
      <dgm:spPr/>
    </dgm:pt>
    <dgm:pt modelId="{C3B87E1C-C986-4012-B6F7-099B6EB0C424}" type="pres">
      <dgm:prSet presAssocID="{F56BB35D-DA8A-40FB-A126-2EF80CC73F81}" presName="spacer" presStyleCnt="0"/>
      <dgm:spPr/>
    </dgm:pt>
    <dgm:pt modelId="{3BE64090-0DCD-4B66-A66F-FEC2E487F769}" type="pres">
      <dgm:prSet presAssocID="{EBB61DDF-48F7-422C-8C71-38D88212A3F8}" presName="parentText" presStyleLbl="node1" presStyleIdx="3" presStyleCnt="5">
        <dgm:presLayoutVars>
          <dgm:chMax val="0"/>
          <dgm:bulletEnabled val="1"/>
        </dgm:presLayoutVars>
      </dgm:prSet>
      <dgm:spPr/>
    </dgm:pt>
    <dgm:pt modelId="{2FD19DB9-BDD4-45C5-86F0-4BF1172EA15D}" type="pres">
      <dgm:prSet presAssocID="{F678EA18-4894-41D9-A851-77B06CB5299F}" presName="spacer" presStyleCnt="0"/>
      <dgm:spPr/>
    </dgm:pt>
    <dgm:pt modelId="{E5F4F6A7-2EAC-4BBA-A3E5-8F3F215D03F2}" type="pres">
      <dgm:prSet presAssocID="{F684ED00-E779-4870-B6DF-896F7A53EC84}" presName="parentText" presStyleLbl="node1" presStyleIdx="4" presStyleCnt="5">
        <dgm:presLayoutVars>
          <dgm:chMax val="0"/>
          <dgm:bulletEnabled val="1"/>
        </dgm:presLayoutVars>
      </dgm:prSet>
      <dgm:spPr/>
    </dgm:pt>
  </dgm:ptLst>
  <dgm:cxnLst>
    <dgm:cxn modelId="{A0F3AF07-6ECB-4345-9DD6-7BE5DEE07093}" srcId="{1C3480F1-C5BA-43FE-BBA7-81557AB6069B}" destId="{8A323D6C-2294-40FC-A717-98C61E665C08}" srcOrd="1" destOrd="0" parTransId="{68847FB0-172F-45A5-8E15-896BA8928821}" sibTransId="{8B65FB4F-5AA0-403E-AD20-76175828CA72}"/>
    <dgm:cxn modelId="{A741380E-5CBB-4E26-B20A-5E27E7D5DE66}" type="presOf" srcId="{8A323D6C-2294-40FC-A717-98C61E665C08}" destId="{A504AF8B-D31F-4EBE-8BA1-C65127884438}" srcOrd="0" destOrd="0" presId="urn:microsoft.com/office/officeart/2005/8/layout/vList2"/>
    <dgm:cxn modelId="{8FD5881C-EB96-475F-A4FA-702DCF833205}" srcId="{1C3480F1-C5BA-43FE-BBA7-81557AB6069B}" destId="{EBB61DDF-48F7-422C-8C71-38D88212A3F8}" srcOrd="3" destOrd="0" parTransId="{D2C7A9D8-449D-434E-8E38-F885FFAB8FCB}" sibTransId="{F678EA18-4894-41D9-A851-77B06CB5299F}"/>
    <dgm:cxn modelId="{C1755335-02D8-47B8-A3C0-3672D11792E8}" srcId="{1C3480F1-C5BA-43FE-BBA7-81557AB6069B}" destId="{F7222104-372F-44CC-9AFD-438CDF72CEB8}" srcOrd="0" destOrd="0" parTransId="{20A202F0-2EBA-4EE5-88AA-800C8B0CC042}" sibTransId="{B4C6E571-1780-42D2-BDFE-917475529CF0}"/>
    <dgm:cxn modelId="{DFCCBC5B-2437-444D-BDBF-AAA82433D3E9}" type="presOf" srcId="{EBB61DDF-48F7-422C-8C71-38D88212A3F8}" destId="{3BE64090-0DCD-4B66-A66F-FEC2E487F769}" srcOrd="0" destOrd="0" presId="urn:microsoft.com/office/officeart/2005/8/layout/vList2"/>
    <dgm:cxn modelId="{8E42F34A-CEB0-44D7-90BA-6C044C37003C}" type="presOf" srcId="{F684ED00-E779-4870-B6DF-896F7A53EC84}" destId="{E5F4F6A7-2EAC-4BBA-A3E5-8F3F215D03F2}" srcOrd="0" destOrd="0" presId="urn:microsoft.com/office/officeart/2005/8/layout/vList2"/>
    <dgm:cxn modelId="{88DF4C6D-1FEA-41EA-8684-B97C0E8A7F3C}" type="presOf" srcId="{F7222104-372F-44CC-9AFD-438CDF72CEB8}" destId="{9C8B1098-BCB8-4D00-BDE1-E3B722C69074}" srcOrd="0" destOrd="0" presId="urn:microsoft.com/office/officeart/2005/8/layout/vList2"/>
    <dgm:cxn modelId="{B99D597A-FD76-4E6E-9190-70D69A85CD95}" srcId="{1C3480F1-C5BA-43FE-BBA7-81557AB6069B}" destId="{F684ED00-E779-4870-B6DF-896F7A53EC84}" srcOrd="4" destOrd="0" parTransId="{4F61EBB0-2A74-4411-AE87-C6F53F0EDDE6}" sibTransId="{78EC385F-6FC8-4758-9828-84ED341C45B1}"/>
    <dgm:cxn modelId="{0061AEC6-116B-4759-8EC5-C9F57BC13652}" srcId="{1C3480F1-C5BA-43FE-BBA7-81557AB6069B}" destId="{579FA151-291B-4186-8883-07B028A8C742}" srcOrd="2" destOrd="0" parTransId="{C4AC24D0-2BA6-4EF7-A50A-3B11D0EB5F4D}" sibTransId="{F56BB35D-DA8A-40FB-A126-2EF80CC73F81}"/>
    <dgm:cxn modelId="{D9340BF5-BD84-4AF5-8D0D-BB92EB686E0C}" type="presOf" srcId="{1C3480F1-C5BA-43FE-BBA7-81557AB6069B}" destId="{4A7506DE-4DAB-4937-97BB-93B0BB225EF6}" srcOrd="0" destOrd="0" presId="urn:microsoft.com/office/officeart/2005/8/layout/vList2"/>
    <dgm:cxn modelId="{256FF4F8-5FBA-4C61-ACF9-5F24A8D6D4DA}" type="presOf" srcId="{579FA151-291B-4186-8883-07B028A8C742}" destId="{7C8C6C0A-23B2-4AB2-8EFC-FC6154DBCAD6}" srcOrd="0" destOrd="0" presId="urn:microsoft.com/office/officeart/2005/8/layout/vList2"/>
    <dgm:cxn modelId="{BE877B01-F72D-4F90-B584-4359466CE01B}" type="presParOf" srcId="{4A7506DE-4DAB-4937-97BB-93B0BB225EF6}" destId="{9C8B1098-BCB8-4D00-BDE1-E3B722C69074}" srcOrd="0" destOrd="0" presId="urn:microsoft.com/office/officeart/2005/8/layout/vList2"/>
    <dgm:cxn modelId="{65EF6B0A-18BE-4B84-8FD4-47E564CB4113}" type="presParOf" srcId="{4A7506DE-4DAB-4937-97BB-93B0BB225EF6}" destId="{DE79C6A9-838A-43DF-9ED4-CAF869401AE9}" srcOrd="1" destOrd="0" presId="urn:microsoft.com/office/officeart/2005/8/layout/vList2"/>
    <dgm:cxn modelId="{DE54BBBA-97D1-4F8A-B54A-8FE3F0CB26FF}" type="presParOf" srcId="{4A7506DE-4DAB-4937-97BB-93B0BB225EF6}" destId="{A504AF8B-D31F-4EBE-8BA1-C65127884438}" srcOrd="2" destOrd="0" presId="urn:microsoft.com/office/officeart/2005/8/layout/vList2"/>
    <dgm:cxn modelId="{EDF1D179-F879-459C-842D-184ABB7D6E73}" type="presParOf" srcId="{4A7506DE-4DAB-4937-97BB-93B0BB225EF6}" destId="{94581481-15A6-476D-9534-724538B5AB85}" srcOrd="3" destOrd="0" presId="urn:microsoft.com/office/officeart/2005/8/layout/vList2"/>
    <dgm:cxn modelId="{2A7AC335-9F90-4362-B7B5-B2278AC6C982}" type="presParOf" srcId="{4A7506DE-4DAB-4937-97BB-93B0BB225EF6}" destId="{7C8C6C0A-23B2-4AB2-8EFC-FC6154DBCAD6}" srcOrd="4" destOrd="0" presId="urn:microsoft.com/office/officeart/2005/8/layout/vList2"/>
    <dgm:cxn modelId="{DFE63462-C3CC-4047-AF24-399CFFAE03F1}" type="presParOf" srcId="{4A7506DE-4DAB-4937-97BB-93B0BB225EF6}" destId="{C3B87E1C-C986-4012-B6F7-099B6EB0C424}" srcOrd="5" destOrd="0" presId="urn:microsoft.com/office/officeart/2005/8/layout/vList2"/>
    <dgm:cxn modelId="{A9CD4C46-955E-4C7D-9D79-0FF8EDB61F51}" type="presParOf" srcId="{4A7506DE-4DAB-4937-97BB-93B0BB225EF6}" destId="{3BE64090-0DCD-4B66-A66F-FEC2E487F769}" srcOrd="6" destOrd="0" presId="urn:microsoft.com/office/officeart/2005/8/layout/vList2"/>
    <dgm:cxn modelId="{7AD983B0-07D9-436C-8749-A8E17BC08797}" type="presParOf" srcId="{4A7506DE-4DAB-4937-97BB-93B0BB225EF6}" destId="{2FD19DB9-BDD4-45C5-86F0-4BF1172EA15D}" srcOrd="7" destOrd="0" presId="urn:microsoft.com/office/officeart/2005/8/layout/vList2"/>
    <dgm:cxn modelId="{7DB14912-0645-4B34-B4CC-E4A168D009FD}" type="presParOf" srcId="{4A7506DE-4DAB-4937-97BB-93B0BB225EF6}" destId="{E5F4F6A7-2EAC-4BBA-A3E5-8F3F215D03F2}" srcOrd="8" destOrd="0" presId="urn:microsoft.com/office/officeart/2005/8/layout/vList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582D51-79CB-4E8C-AEA7-49BC839F19C6}"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5CAEB3BE-05B0-4789-A753-2BDFE734AB40}">
      <dgm:prSet custT="1"/>
      <dgm:spPr>
        <a:solidFill>
          <a:schemeClr val="bg2">
            <a:lumMod val="20000"/>
            <a:lumOff val="80000"/>
          </a:schemeClr>
        </a:solidFill>
      </dgm:spPr>
      <dgm:t>
        <a:bodyPr/>
        <a:lstStyle/>
        <a:p>
          <a:r>
            <a:rPr lang="en-US" sz="1200"/>
            <a:t>Filtered out duplicate and NA values from all datasets</a:t>
          </a:r>
          <a:endParaRPr lang="en-US" sz="1200" dirty="0"/>
        </a:p>
      </dgm:t>
    </dgm:pt>
    <dgm:pt modelId="{ED7E5960-07B1-4C89-987E-DF4548917D27}" type="parTrans" cxnId="{CD91543C-69CE-4769-9982-A56E880A4463}">
      <dgm:prSet/>
      <dgm:spPr/>
      <dgm:t>
        <a:bodyPr/>
        <a:lstStyle/>
        <a:p>
          <a:endParaRPr lang="en-US"/>
        </a:p>
      </dgm:t>
    </dgm:pt>
    <dgm:pt modelId="{0808159D-D170-4E9B-B5DD-043633A66428}" type="sibTrans" cxnId="{CD91543C-69CE-4769-9982-A56E880A4463}">
      <dgm:prSet custT="1"/>
      <dgm:spPr/>
      <dgm:t>
        <a:bodyPr/>
        <a:lstStyle/>
        <a:p>
          <a:endParaRPr lang="en-US" sz="1200"/>
        </a:p>
      </dgm:t>
    </dgm:pt>
    <dgm:pt modelId="{5C79D63D-B727-424D-AC5C-0E40999A817C}">
      <dgm:prSet custT="1"/>
      <dgm:spPr>
        <a:solidFill>
          <a:schemeClr val="bg2">
            <a:lumMod val="40000"/>
            <a:lumOff val="60000"/>
          </a:schemeClr>
        </a:solidFill>
      </dgm:spPr>
      <dgm:t>
        <a:bodyPr/>
        <a:lstStyle/>
        <a:p>
          <a:r>
            <a:rPr lang="en-US" sz="1200"/>
            <a:t>Checked for similarity between author and committer column in Commits data frame. Approximately 95% records had similar author and committer values. Dropped the remaining 5% of values and the committer column.</a:t>
          </a:r>
          <a:endParaRPr lang="en-US" sz="1200" dirty="0"/>
        </a:p>
      </dgm:t>
    </dgm:pt>
    <dgm:pt modelId="{06F11360-12D2-4979-ACE5-461600153880}" type="parTrans" cxnId="{8C5FF8EB-1DD3-43A4-874C-AF9E748578F9}">
      <dgm:prSet/>
      <dgm:spPr/>
      <dgm:t>
        <a:bodyPr/>
        <a:lstStyle/>
        <a:p>
          <a:endParaRPr lang="en-US"/>
        </a:p>
      </dgm:t>
    </dgm:pt>
    <dgm:pt modelId="{EDB05395-185E-44C3-82AB-05761AAD8166}" type="sibTrans" cxnId="{8C5FF8EB-1DD3-43A4-874C-AF9E748578F9}">
      <dgm:prSet custT="1"/>
      <dgm:spPr/>
      <dgm:t>
        <a:bodyPr/>
        <a:lstStyle/>
        <a:p>
          <a:endParaRPr lang="en-US" sz="1200"/>
        </a:p>
      </dgm:t>
    </dgm:pt>
    <dgm:pt modelId="{34BFC66B-ADEC-41E5-BB67-AF43DD1EA0EE}">
      <dgm:prSet custT="1"/>
      <dgm:spPr>
        <a:solidFill>
          <a:schemeClr val="bg2">
            <a:lumMod val="60000"/>
            <a:lumOff val="40000"/>
          </a:schemeClr>
        </a:solidFill>
      </dgm:spPr>
      <dgm:t>
        <a:bodyPr/>
        <a:lstStyle/>
        <a:p>
          <a:r>
            <a:rPr lang="en-US" sz="1200"/>
            <a:t>Removed redundant columns from the Commits data frame such as encoding, difference, difference_truncated, and committer.</a:t>
          </a:r>
          <a:endParaRPr lang="en-US" sz="1200" dirty="0"/>
        </a:p>
      </dgm:t>
    </dgm:pt>
    <dgm:pt modelId="{C0BD4BD1-44F9-4DCF-9D51-4761ECF5D852}" type="parTrans" cxnId="{703AC75A-8683-4B77-9FC8-CE040FAAFAFB}">
      <dgm:prSet/>
      <dgm:spPr/>
      <dgm:t>
        <a:bodyPr/>
        <a:lstStyle/>
        <a:p>
          <a:endParaRPr lang="en-US"/>
        </a:p>
      </dgm:t>
    </dgm:pt>
    <dgm:pt modelId="{3C05C3CB-DA9F-4372-A3F6-27981E2B73B5}" type="sibTrans" cxnId="{703AC75A-8683-4B77-9FC8-CE040FAAFAFB}">
      <dgm:prSet custT="1"/>
      <dgm:spPr/>
      <dgm:t>
        <a:bodyPr/>
        <a:lstStyle/>
        <a:p>
          <a:endParaRPr lang="en-US" sz="1200"/>
        </a:p>
      </dgm:t>
    </dgm:pt>
    <dgm:pt modelId="{AF1D8485-1071-4401-957C-6B294FA20DAA}">
      <dgm:prSet custT="1"/>
      <dgm:spPr>
        <a:solidFill>
          <a:srgbClr val="0070C0"/>
        </a:solidFill>
      </dgm:spPr>
      <dgm:t>
        <a:bodyPr/>
        <a:lstStyle/>
        <a:p>
          <a:r>
            <a:rPr lang="en-US" sz="1200"/>
            <a:t>Exploded the necessary columns in the commits and languages data frame.</a:t>
          </a:r>
          <a:endParaRPr lang="en-US" sz="1200" dirty="0"/>
        </a:p>
      </dgm:t>
    </dgm:pt>
    <dgm:pt modelId="{4BFF09E7-00A4-49E2-9ED2-4CCEE0306716}" type="parTrans" cxnId="{A6031F4B-3D5D-4E68-961B-C5CCF574817E}">
      <dgm:prSet/>
      <dgm:spPr/>
      <dgm:t>
        <a:bodyPr/>
        <a:lstStyle/>
        <a:p>
          <a:endParaRPr lang="en-US"/>
        </a:p>
      </dgm:t>
    </dgm:pt>
    <dgm:pt modelId="{928B60CC-8216-4DB4-BE04-70C27046CB80}" type="sibTrans" cxnId="{A6031F4B-3D5D-4E68-961B-C5CCF574817E}">
      <dgm:prSet custT="1"/>
      <dgm:spPr/>
      <dgm:t>
        <a:bodyPr/>
        <a:lstStyle/>
        <a:p>
          <a:endParaRPr lang="en-US" sz="1200"/>
        </a:p>
      </dgm:t>
    </dgm:pt>
    <dgm:pt modelId="{20170B0B-CA25-4077-AE3B-D2195CE9C123}">
      <dgm:prSet custT="1"/>
      <dgm:spPr>
        <a:solidFill>
          <a:schemeClr val="bg2">
            <a:lumMod val="75000"/>
          </a:schemeClr>
        </a:solidFill>
      </dgm:spPr>
      <dgm:t>
        <a:bodyPr/>
        <a:lstStyle/>
        <a:p>
          <a:r>
            <a:rPr lang="en-US" sz="1200"/>
            <a:t>Sampled the commits data frame to 20% for efficient processing. Filtered out records from languages, files, and licenses which do not have a corresponding repository name linking in the commits data frame.</a:t>
          </a:r>
          <a:endParaRPr lang="en-US" sz="1200" dirty="0"/>
        </a:p>
      </dgm:t>
    </dgm:pt>
    <dgm:pt modelId="{D0DEBA0A-262E-4877-836B-36C2545A60EF}" type="parTrans" cxnId="{27495EF9-6164-4F97-ABFF-8C50A70B7645}">
      <dgm:prSet/>
      <dgm:spPr/>
      <dgm:t>
        <a:bodyPr/>
        <a:lstStyle/>
        <a:p>
          <a:endParaRPr lang="en-US"/>
        </a:p>
      </dgm:t>
    </dgm:pt>
    <dgm:pt modelId="{FA52F888-CCFB-44A9-AABE-42CE83CF321B}" type="sibTrans" cxnId="{27495EF9-6164-4F97-ABFF-8C50A70B7645}">
      <dgm:prSet custT="1"/>
      <dgm:spPr/>
      <dgm:t>
        <a:bodyPr/>
        <a:lstStyle/>
        <a:p>
          <a:endParaRPr lang="en-US" sz="1200"/>
        </a:p>
      </dgm:t>
    </dgm:pt>
    <dgm:pt modelId="{7D94E574-69BA-4298-96CA-67FCDA43700C}">
      <dgm:prSet custT="1"/>
      <dgm:spPr>
        <a:solidFill>
          <a:schemeClr val="bg2">
            <a:lumMod val="50000"/>
          </a:schemeClr>
        </a:solidFill>
      </dgm:spPr>
      <dgm:t>
        <a:bodyPr/>
        <a:lstStyle/>
        <a:p>
          <a:r>
            <a:rPr lang="en-US" sz="1200" dirty="0"/>
            <a:t>Introduced year column in the commits </a:t>
          </a:r>
          <a:r>
            <a:rPr lang="en-US" sz="1200" dirty="0" err="1"/>
            <a:t>dataframe</a:t>
          </a:r>
          <a:r>
            <a:rPr lang="en-US" sz="1200" dirty="0"/>
            <a:t> calculated from </a:t>
          </a:r>
          <a:r>
            <a:rPr lang="en-US" sz="1200" dirty="0" err="1"/>
            <a:t>author.date.seconds</a:t>
          </a:r>
          <a:r>
            <a:rPr lang="en-US" sz="1200" dirty="0"/>
            <a:t>.</a:t>
          </a:r>
        </a:p>
      </dgm:t>
    </dgm:pt>
    <dgm:pt modelId="{11D19E79-0C83-47A5-8DD0-F9A0B60B0335}" type="parTrans" cxnId="{CFD6C81B-C722-4F31-B258-A1400A7866D8}">
      <dgm:prSet/>
      <dgm:spPr/>
      <dgm:t>
        <a:bodyPr/>
        <a:lstStyle/>
        <a:p>
          <a:endParaRPr lang="en-US"/>
        </a:p>
      </dgm:t>
    </dgm:pt>
    <dgm:pt modelId="{93D94AD1-A1A4-4C11-928A-1BE5B8747E95}" type="sibTrans" cxnId="{CFD6C81B-C722-4F31-B258-A1400A7866D8}">
      <dgm:prSet/>
      <dgm:spPr/>
      <dgm:t>
        <a:bodyPr/>
        <a:lstStyle/>
        <a:p>
          <a:endParaRPr lang="en-US"/>
        </a:p>
      </dgm:t>
    </dgm:pt>
    <dgm:pt modelId="{1AC7491B-4CC4-434C-AD77-867A4E050816}" type="pres">
      <dgm:prSet presAssocID="{B8582D51-79CB-4E8C-AEA7-49BC839F19C6}" presName="Name0" presStyleCnt="0">
        <dgm:presLayoutVars>
          <dgm:dir/>
          <dgm:resizeHandles val="exact"/>
        </dgm:presLayoutVars>
      </dgm:prSet>
      <dgm:spPr/>
    </dgm:pt>
    <dgm:pt modelId="{0D003A83-0DE1-4B04-937B-B4D35078291C}" type="pres">
      <dgm:prSet presAssocID="{5CAEB3BE-05B0-4789-A753-2BDFE734AB40}" presName="node" presStyleLbl="node1" presStyleIdx="0" presStyleCnt="6" custScaleY="207074">
        <dgm:presLayoutVars>
          <dgm:bulletEnabled val="1"/>
        </dgm:presLayoutVars>
      </dgm:prSet>
      <dgm:spPr/>
    </dgm:pt>
    <dgm:pt modelId="{98751D51-9004-43A1-8FD2-0A81FD5350BA}" type="pres">
      <dgm:prSet presAssocID="{0808159D-D170-4E9B-B5DD-043633A66428}" presName="sibTrans" presStyleLbl="sibTrans2D1" presStyleIdx="0" presStyleCnt="5"/>
      <dgm:spPr/>
    </dgm:pt>
    <dgm:pt modelId="{C0446055-7141-45E8-AC78-3C73EB20004D}" type="pres">
      <dgm:prSet presAssocID="{0808159D-D170-4E9B-B5DD-043633A66428}" presName="connectorText" presStyleLbl="sibTrans2D1" presStyleIdx="0" presStyleCnt="5"/>
      <dgm:spPr/>
    </dgm:pt>
    <dgm:pt modelId="{213C6FC8-37BD-42DE-9CB3-EBD9B48BB4FA}" type="pres">
      <dgm:prSet presAssocID="{5C79D63D-B727-424D-AC5C-0E40999A817C}" presName="node" presStyleLbl="node1" presStyleIdx="1" presStyleCnt="6" custScaleY="207074">
        <dgm:presLayoutVars>
          <dgm:bulletEnabled val="1"/>
        </dgm:presLayoutVars>
      </dgm:prSet>
      <dgm:spPr/>
    </dgm:pt>
    <dgm:pt modelId="{46B16C62-A0B4-4593-BED1-E3ACA80CE177}" type="pres">
      <dgm:prSet presAssocID="{EDB05395-185E-44C3-82AB-05761AAD8166}" presName="sibTrans" presStyleLbl="sibTrans2D1" presStyleIdx="1" presStyleCnt="5"/>
      <dgm:spPr/>
    </dgm:pt>
    <dgm:pt modelId="{4F3EAA33-0B8C-4138-844D-483177A9E5D8}" type="pres">
      <dgm:prSet presAssocID="{EDB05395-185E-44C3-82AB-05761AAD8166}" presName="connectorText" presStyleLbl="sibTrans2D1" presStyleIdx="1" presStyleCnt="5"/>
      <dgm:spPr/>
    </dgm:pt>
    <dgm:pt modelId="{943C4681-ED5A-4306-85CB-49E99F448B9C}" type="pres">
      <dgm:prSet presAssocID="{34BFC66B-ADEC-41E5-BB67-AF43DD1EA0EE}" presName="node" presStyleLbl="node1" presStyleIdx="2" presStyleCnt="6" custScaleY="206751">
        <dgm:presLayoutVars>
          <dgm:bulletEnabled val="1"/>
        </dgm:presLayoutVars>
      </dgm:prSet>
      <dgm:spPr/>
    </dgm:pt>
    <dgm:pt modelId="{6BD2F184-CD74-46DB-BDD8-D35AB76F424C}" type="pres">
      <dgm:prSet presAssocID="{3C05C3CB-DA9F-4372-A3F6-27981E2B73B5}" presName="sibTrans" presStyleLbl="sibTrans2D1" presStyleIdx="2" presStyleCnt="5"/>
      <dgm:spPr/>
    </dgm:pt>
    <dgm:pt modelId="{526B95F2-A0EB-49C4-86B3-6BF1C78A310D}" type="pres">
      <dgm:prSet presAssocID="{3C05C3CB-DA9F-4372-A3F6-27981E2B73B5}" presName="connectorText" presStyleLbl="sibTrans2D1" presStyleIdx="2" presStyleCnt="5"/>
      <dgm:spPr/>
    </dgm:pt>
    <dgm:pt modelId="{229ED658-5EDF-4692-A6FA-82C4635CCD4F}" type="pres">
      <dgm:prSet presAssocID="{AF1D8485-1071-4401-957C-6B294FA20DAA}" presName="node" presStyleLbl="node1" presStyleIdx="3" presStyleCnt="6" custScaleY="206034">
        <dgm:presLayoutVars>
          <dgm:bulletEnabled val="1"/>
        </dgm:presLayoutVars>
      </dgm:prSet>
      <dgm:spPr/>
    </dgm:pt>
    <dgm:pt modelId="{50A86AB8-55CA-46BD-A255-8D25F0E7E3D4}" type="pres">
      <dgm:prSet presAssocID="{928B60CC-8216-4DB4-BE04-70C27046CB80}" presName="sibTrans" presStyleLbl="sibTrans2D1" presStyleIdx="3" presStyleCnt="5"/>
      <dgm:spPr/>
    </dgm:pt>
    <dgm:pt modelId="{C7F3DB54-B1F4-4633-8767-D2AB89CA7A48}" type="pres">
      <dgm:prSet presAssocID="{928B60CC-8216-4DB4-BE04-70C27046CB80}" presName="connectorText" presStyleLbl="sibTrans2D1" presStyleIdx="3" presStyleCnt="5"/>
      <dgm:spPr/>
    </dgm:pt>
    <dgm:pt modelId="{8C9F9DB4-8E27-4903-8D07-DD6FD00ADCBC}" type="pres">
      <dgm:prSet presAssocID="{20170B0B-CA25-4077-AE3B-D2195CE9C123}" presName="node" presStyleLbl="node1" presStyleIdx="4" presStyleCnt="6" custScaleY="205316">
        <dgm:presLayoutVars>
          <dgm:bulletEnabled val="1"/>
        </dgm:presLayoutVars>
      </dgm:prSet>
      <dgm:spPr/>
    </dgm:pt>
    <dgm:pt modelId="{9748F47D-9297-445A-9BB4-09C5AC9CE43A}" type="pres">
      <dgm:prSet presAssocID="{FA52F888-CCFB-44A9-AABE-42CE83CF321B}" presName="sibTrans" presStyleLbl="sibTrans2D1" presStyleIdx="4" presStyleCnt="5"/>
      <dgm:spPr/>
    </dgm:pt>
    <dgm:pt modelId="{47DCCFBA-B248-4778-ADC2-2E30D019C471}" type="pres">
      <dgm:prSet presAssocID="{FA52F888-CCFB-44A9-AABE-42CE83CF321B}" presName="connectorText" presStyleLbl="sibTrans2D1" presStyleIdx="4" presStyleCnt="5"/>
      <dgm:spPr/>
    </dgm:pt>
    <dgm:pt modelId="{822195EA-E5A8-40FF-AD5A-C6622E9DCFB0}" type="pres">
      <dgm:prSet presAssocID="{7D94E574-69BA-4298-96CA-67FCDA43700C}" presName="node" presStyleLbl="node1" presStyleIdx="5" presStyleCnt="6" custScaleY="206034">
        <dgm:presLayoutVars>
          <dgm:bulletEnabled val="1"/>
        </dgm:presLayoutVars>
      </dgm:prSet>
      <dgm:spPr/>
    </dgm:pt>
  </dgm:ptLst>
  <dgm:cxnLst>
    <dgm:cxn modelId="{2E3F1B17-0731-4BC6-BAF7-DDD23BB35B17}" type="presOf" srcId="{FA52F888-CCFB-44A9-AABE-42CE83CF321B}" destId="{47DCCFBA-B248-4778-ADC2-2E30D019C471}" srcOrd="1" destOrd="0" presId="urn:microsoft.com/office/officeart/2005/8/layout/process1"/>
    <dgm:cxn modelId="{CFD6C81B-C722-4F31-B258-A1400A7866D8}" srcId="{B8582D51-79CB-4E8C-AEA7-49BC839F19C6}" destId="{7D94E574-69BA-4298-96CA-67FCDA43700C}" srcOrd="5" destOrd="0" parTransId="{11D19E79-0C83-47A5-8DD0-F9A0B60B0335}" sibTransId="{93D94AD1-A1A4-4C11-928A-1BE5B8747E95}"/>
    <dgm:cxn modelId="{5B86421E-1003-4173-9EE4-E983ED63298C}" type="presOf" srcId="{928B60CC-8216-4DB4-BE04-70C27046CB80}" destId="{50A86AB8-55CA-46BD-A255-8D25F0E7E3D4}" srcOrd="0" destOrd="0" presId="urn:microsoft.com/office/officeart/2005/8/layout/process1"/>
    <dgm:cxn modelId="{C526AA27-2A94-4825-B480-6E4C0220635A}" type="presOf" srcId="{928B60CC-8216-4DB4-BE04-70C27046CB80}" destId="{C7F3DB54-B1F4-4633-8767-D2AB89CA7A48}" srcOrd="1" destOrd="0" presId="urn:microsoft.com/office/officeart/2005/8/layout/process1"/>
    <dgm:cxn modelId="{F1732F2E-8BD7-40D5-97B1-F8D26054A8C1}" type="presOf" srcId="{34BFC66B-ADEC-41E5-BB67-AF43DD1EA0EE}" destId="{943C4681-ED5A-4306-85CB-49E99F448B9C}" srcOrd="0" destOrd="0" presId="urn:microsoft.com/office/officeart/2005/8/layout/process1"/>
    <dgm:cxn modelId="{7201BB3A-383F-40D3-B4C1-323ECC000083}" type="presOf" srcId="{3C05C3CB-DA9F-4372-A3F6-27981E2B73B5}" destId="{526B95F2-A0EB-49C4-86B3-6BF1C78A310D}" srcOrd="1" destOrd="0" presId="urn:microsoft.com/office/officeart/2005/8/layout/process1"/>
    <dgm:cxn modelId="{CD91543C-69CE-4769-9982-A56E880A4463}" srcId="{B8582D51-79CB-4E8C-AEA7-49BC839F19C6}" destId="{5CAEB3BE-05B0-4789-A753-2BDFE734AB40}" srcOrd="0" destOrd="0" parTransId="{ED7E5960-07B1-4C89-987E-DF4548917D27}" sibTransId="{0808159D-D170-4E9B-B5DD-043633A66428}"/>
    <dgm:cxn modelId="{8FE9D063-36C9-491C-8D71-E38161DB3FC3}" type="presOf" srcId="{5C79D63D-B727-424D-AC5C-0E40999A817C}" destId="{213C6FC8-37BD-42DE-9CB3-EBD9B48BB4FA}" srcOrd="0" destOrd="0" presId="urn:microsoft.com/office/officeart/2005/8/layout/process1"/>
    <dgm:cxn modelId="{99A12749-A2EA-420D-8F65-0914F1FAF4DF}" type="presOf" srcId="{B8582D51-79CB-4E8C-AEA7-49BC839F19C6}" destId="{1AC7491B-4CC4-434C-AD77-867A4E050816}" srcOrd="0" destOrd="0" presId="urn:microsoft.com/office/officeart/2005/8/layout/process1"/>
    <dgm:cxn modelId="{A6031F4B-3D5D-4E68-961B-C5CCF574817E}" srcId="{B8582D51-79CB-4E8C-AEA7-49BC839F19C6}" destId="{AF1D8485-1071-4401-957C-6B294FA20DAA}" srcOrd="3" destOrd="0" parTransId="{4BFF09E7-00A4-49E2-9ED2-4CCEE0306716}" sibTransId="{928B60CC-8216-4DB4-BE04-70C27046CB80}"/>
    <dgm:cxn modelId="{DABA7E6D-E1DB-4CB2-9022-C1DC310AD2F5}" type="presOf" srcId="{0808159D-D170-4E9B-B5DD-043633A66428}" destId="{98751D51-9004-43A1-8FD2-0A81FD5350BA}" srcOrd="0" destOrd="0" presId="urn:microsoft.com/office/officeart/2005/8/layout/process1"/>
    <dgm:cxn modelId="{2D489158-46D9-4761-9328-AC5C51935FF0}" type="presOf" srcId="{7D94E574-69BA-4298-96CA-67FCDA43700C}" destId="{822195EA-E5A8-40FF-AD5A-C6622E9DCFB0}" srcOrd="0" destOrd="0" presId="urn:microsoft.com/office/officeart/2005/8/layout/process1"/>
    <dgm:cxn modelId="{703AC75A-8683-4B77-9FC8-CE040FAAFAFB}" srcId="{B8582D51-79CB-4E8C-AEA7-49BC839F19C6}" destId="{34BFC66B-ADEC-41E5-BB67-AF43DD1EA0EE}" srcOrd="2" destOrd="0" parTransId="{C0BD4BD1-44F9-4DCF-9D51-4761ECF5D852}" sibTransId="{3C05C3CB-DA9F-4372-A3F6-27981E2B73B5}"/>
    <dgm:cxn modelId="{B77C767B-E3E3-4A96-B8D1-A9993991312A}" type="presOf" srcId="{EDB05395-185E-44C3-82AB-05761AAD8166}" destId="{46B16C62-A0B4-4593-BED1-E3ACA80CE177}" srcOrd="0" destOrd="0" presId="urn:microsoft.com/office/officeart/2005/8/layout/process1"/>
    <dgm:cxn modelId="{1AAD6482-8FF6-4E7E-8828-5CBEFCAD62A2}" type="presOf" srcId="{FA52F888-CCFB-44A9-AABE-42CE83CF321B}" destId="{9748F47D-9297-445A-9BB4-09C5AC9CE43A}" srcOrd="0" destOrd="0" presId="urn:microsoft.com/office/officeart/2005/8/layout/process1"/>
    <dgm:cxn modelId="{BE367491-34CD-49EF-8330-7332954B24A2}" type="presOf" srcId="{EDB05395-185E-44C3-82AB-05761AAD8166}" destId="{4F3EAA33-0B8C-4138-844D-483177A9E5D8}" srcOrd="1" destOrd="0" presId="urn:microsoft.com/office/officeart/2005/8/layout/process1"/>
    <dgm:cxn modelId="{B9413A99-5F8B-4037-8FE7-07B8022F3907}" type="presOf" srcId="{5CAEB3BE-05B0-4789-A753-2BDFE734AB40}" destId="{0D003A83-0DE1-4B04-937B-B4D35078291C}" srcOrd="0" destOrd="0" presId="urn:microsoft.com/office/officeart/2005/8/layout/process1"/>
    <dgm:cxn modelId="{7A017BDB-377F-4F26-A4FB-1F27957A600B}" type="presOf" srcId="{0808159D-D170-4E9B-B5DD-043633A66428}" destId="{C0446055-7141-45E8-AC78-3C73EB20004D}" srcOrd="1" destOrd="0" presId="urn:microsoft.com/office/officeart/2005/8/layout/process1"/>
    <dgm:cxn modelId="{34C397DC-7567-49C4-B969-C8230EDFE4C8}" type="presOf" srcId="{3C05C3CB-DA9F-4372-A3F6-27981E2B73B5}" destId="{6BD2F184-CD74-46DB-BDD8-D35AB76F424C}" srcOrd="0" destOrd="0" presId="urn:microsoft.com/office/officeart/2005/8/layout/process1"/>
    <dgm:cxn modelId="{551751E6-F9C8-4B26-8F2B-B89F83C6A627}" type="presOf" srcId="{AF1D8485-1071-4401-957C-6B294FA20DAA}" destId="{229ED658-5EDF-4692-A6FA-82C4635CCD4F}" srcOrd="0" destOrd="0" presId="urn:microsoft.com/office/officeart/2005/8/layout/process1"/>
    <dgm:cxn modelId="{8C5FF8EB-1DD3-43A4-874C-AF9E748578F9}" srcId="{B8582D51-79CB-4E8C-AEA7-49BC839F19C6}" destId="{5C79D63D-B727-424D-AC5C-0E40999A817C}" srcOrd="1" destOrd="0" parTransId="{06F11360-12D2-4979-ACE5-461600153880}" sibTransId="{EDB05395-185E-44C3-82AB-05761AAD8166}"/>
    <dgm:cxn modelId="{3948D6F5-7EE0-4232-BB75-8269E81B45BB}" type="presOf" srcId="{20170B0B-CA25-4077-AE3B-D2195CE9C123}" destId="{8C9F9DB4-8E27-4903-8D07-DD6FD00ADCBC}" srcOrd="0" destOrd="0" presId="urn:microsoft.com/office/officeart/2005/8/layout/process1"/>
    <dgm:cxn modelId="{27495EF9-6164-4F97-ABFF-8C50A70B7645}" srcId="{B8582D51-79CB-4E8C-AEA7-49BC839F19C6}" destId="{20170B0B-CA25-4077-AE3B-D2195CE9C123}" srcOrd="4" destOrd="0" parTransId="{D0DEBA0A-262E-4877-836B-36C2545A60EF}" sibTransId="{FA52F888-CCFB-44A9-AABE-42CE83CF321B}"/>
    <dgm:cxn modelId="{168ABBD0-C861-4D33-B8B9-B67C7BB9178B}" type="presParOf" srcId="{1AC7491B-4CC4-434C-AD77-867A4E050816}" destId="{0D003A83-0DE1-4B04-937B-B4D35078291C}" srcOrd="0" destOrd="0" presId="urn:microsoft.com/office/officeart/2005/8/layout/process1"/>
    <dgm:cxn modelId="{0F19D94B-51EC-4F13-BD0C-8D564350A1A8}" type="presParOf" srcId="{1AC7491B-4CC4-434C-AD77-867A4E050816}" destId="{98751D51-9004-43A1-8FD2-0A81FD5350BA}" srcOrd="1" destOrd="0" presId="urn:microsoft.com/office/officeart/2005/8/layout/process1"/>
    <dgm:cxn modelId="{7840ABF5-59B3-40BE-BDE9-D0B19698C808}" type="presParOf" srcId="{98751D51-9004-43A1-8FD2-0A81FD5350BA}" destId="{C0446055-7141-45E8-AC78-3C73EB20004D}" srcOrd="0" destOrd="0" presId="urn:microsoft.com/office/officeart/2005/8/layout/process1"/>
    <dgm:cxn modelId="{2AA4D8F5-808E-4A74-9B7F-3BB73523DECA}" type="presParOf" srcId="{1AC7491B-4CC4-434C-AD77-867A4E050816}" destId="{213C6FC8-37BD-42DE-9CB3-EBD9B48BB4FA}" srcOrd="2" destOrd="0" presId="urn:microsoft.com/office/officeart/2005/8/layout/process1"/>
    <dgm:cxn modelId="{AE50313C-BE28-495A-A141-61A3E9A16549}" type="presParOf" srcId="{1AC7491B-4CC4-434C-AD77-867A4E050816}" destId="{46B16C62-A0B4-4593-BED1-E3ACA80CE177}" srcOrd="3" destOrd="0" presId="urn:microsoft.com/office/officeart/2005/8/layout/process1"/>
    <dgm:cxn modelId="{D027D63E-AA8E-4A3B-89AC-F2451A00A6D5}" type="presParOf" srcId="{46B16C62-A0B4-4593-BED1-E3ACA80CE177}" destId="{4F3EAA33-0B8C-4138-844D-483177A9E5D8}" srcOrd="0" destOrd="0" presId="urn:microsoft.com/office/officeart/2005/8/layout/process1"/>
    <dgm:cxn modelId="{D33E4917-7AFC-46E1-ADAE-FA3C4F19CE07}" type="presParOf" srcId="{1AC7491B-4CC4-434C-AD77-867A4E050816}" destId="{943C4681-ED5A-4306-85CB-49E99F448B9C}" srcOrd="4" destOrd="0" presId="urn:microsoft.com/office/officeart/2005/8/layout/process1"/>
    <dgm:cxn modelId="{A69404E6-5CA7-4E28-A2F8-05F380F7A5D0}" type="presParOf" srcId="{1AC7491B-4CC4-434C-AD77-867A4E050816}" destId="{6BD2F184-CD74-46DB-BDD8-D35AB76F424C}" srcOrd="5" destOrd="0" presId="urn:microsoft.com/office/officeart/2005/8/layout/process1"/>
    <dgm:cxn modelId="{F6F983DF-0D44-4512-B1FF-D49288ACFD0E}" type="presParOf" srcId="{6BD2F184-CD74-46DB-BDD8-D35AB76F424C}" destId="{526B95F2-A0EB-49C4-86B3-6BF1C78A310D}" srcOrd="0" destOrd="0" presId="urn:microsoft.com/office/officeart/2005/8/layout/process1"/>
    <dgm:cxn modelId="{6056191C-85C5-42D4-8E7C-9BDEB97FF091}" type="presParOf" srcId="{1AC7491B-4CC4-434C-AD77-867A4E050816}" destId="{229ED658-5EDF-4692-A6FA-82C4635CCD4F}" srcOrd="6" destOrd="0" presId="urn:microsoft.com/office/officeart/2005/8/layout/process1"/>
    <dgm:cxn modelId="{38623D9E-63E2-4A70-AC13-845B19C597AF}" type="presParOf" srcId="{1AC7491B-4CC4-434C-AD77-867A4E050816}" destId="{50A86AB8-55CA-46BD-A255-8D25F0E7E3D4}" srcOrd="7" destOrd="0" presId="urn:microsoft.com/office/officeart/2005/8/layout/process1"/>
    <dgm:cxn modelId="{85DB4123-9288-4D72-A646-7A25177CE7B7}" type="presParOf" srcId="{50A86AB8-55CA-46BD-A255-8D25F0E7E3D4}" destId="{C7F3DB54-B1F4-4633-8767-D2AB89CA7A48}" srcOrd="0" destOrd="0" presId="urn:microsoft.com/office/officeart/2005/8/layout/process1"/>
    <dgm:cxn modelId="{383AF724-1D06-45DC-9D94-4E29F7EAD5AC}" type="presParOf" srcId="{1AC7491B-4CC4-434C-AD77-867A4E050816}" destId="{8C9F9DB4-8E27-4903-8D07-DD6FD00ADCBC}" srcOrd="8" destOrd="0" presId="urn:microsoft.com/office/officeart/2005/8/layout/process1"/>
    <dgm:cxn modelId="{158419CC-1C40-4D3B-8C9F-FB16C0C02BF4}" type="presParOf" srcId="{1AC7491B-4CC4-434C-AD77-867A4E050816}" destId="{9748F47D-9297-445A-9BB4-09C5AC9CE43A}" srcOrd="9" destOrd="0" presId="urn:microsoft.com/office/officeart/2005/8/layout/process1"/>
    <dgm:cxn modelId="{D686D8FD-E8A1-47F6-8D63-A74693A3EFF4}" type="presParOf" srcId="{9748F47D-9297-445A-9BB4-09C5AC9CE43A}" destId="{47DCCFBA-B248-4778-ADC2-2E30D019C471}" srcOrd="0" destOrd="0" presId="urn:microsoft.com/office/officeart/2005/8/layout/process1"/>
    <dgm:cxn modelId="{363E62A0-EE19-4F7A-848E-FAF6C58414B6}" type="presParOf" srcId="{1AC7491B-4CC4-434C-AD77-867A4E050816}" destId="{822195EA-E5A8-40FF-AD5A-C6622E9DCFB0}" srcOrd="10" destOrd="0" presId="urn:microsoft.com/office/officeart/2005/8/layout/process1"/>
  </dgm:cxnLst>
  <dgm:bg/>
  <dgm:whole>
    <a:effectLst>
      <a:reflection blurRad="6350" stA="52000" endA="300" endPos="35000" dir="5400000" sy="-100000" algn="bl" rotWithShape="0"/>
    </a:effectLst>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B1098-BCB8-4D00-BDE1-E3B722C69074}">
      <dsp:nvSpPr>
        <dsp:cNvPr id="0" name=""/>
        <dsp:cNvSpPr/>
      </dsp:nvSpPr>
      <dsp:spPr>
        <a:xfrm>
          <a:off x="0" y="19098"/>
          <a:ext cx="6271925" cy="804960"/>
        </a:xfrm>
        <a:prstGeom prst="roundRect">
          <a:avLst/>
        </a:prstGeom>
        <a:solidFill>
          <a:schemeClr val="tx2">
            <a:lumMod val="5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Commits</a:t>
          </a:r>
          <a:r>
            <a:rPr lang="en-US" sz="1600" kern="1200" dirty="0"/>
            <a:t> - Data containing information abouts commits made to GitHub repositories. Provided information to repository names, authors, and information about the commits</a:t>
          </a:r>
        </a:p>
      </dsp:txBody>
      <dsp:txXfrm>
        <a:off x="39295" y="58393"/>
        <a:ext cx="6193335" cy="726370"/>
      </dsp:txXfrm>
    </dsp:sp>
    <dsp:sp modelId="{A504AF8B-D31F-4EBE-8BA1-C65127884438}">
      <dsp:nvSpPr>
        <dsp:cNvPr id="0" name=""/>
        <dsp:cNvSpPr/>
      </dsp:nvSpPr>
      <dsp:spPr>
        <a:xfrm>
          <a:off x="0" y="870138"/>
          <a:ext cx="6271925" cy="804960"/>
        </a:xfrm>
        <a:prstGeom prst="roundRect">
          <a:avLst/>
        </a:prstGeom>
        <a:solidFill>
          <a:schemeClr val="tx2">
            <a:lumMod val="5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Contents</a:t>
          </a:r>
          <a:r>
            <a:rPr lang="en-US" sz="1600" kern="1200" dirty="0"/>
            <a:t> - Data containing information about the contents of the GitHub repositories</a:t>
          </a:r>
        </a:p>
      </dsp:txBody>
      <dsp:txXfrm>
        <a:off x="39295" y="909433"/>
        <a:ext cx="6193335" cy="726370"/>
      </dsp:txXfrm>
    </dsp:sp>
    <dsp:sp modelId="{7C8C6C0A-23B2-4AB2-8EFC-FC6154DBCAD6}">
      <dsp:nvSpPr>
        <dsp:cNvPr id="0" name=""/>
        <dsp:cNvSpPr/>
      </dsp:nvSpPr>
      <dsp:spPr>
        <a:xfrm>
          <a:off x="0" y="1721178"/>
          <a:ext cx="6271925" cy="804960"/>
        </a:xfrm>
        <a:prstGeom prst="roundRect">
          <a:avLst/>
        </a:prstGeom>
        <a:solidFill>
          <a:schemeClr val="tx2">
            <a:lumMod val="5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Files</a:t>
          </a:r>
          <a:r>
            <a:rPr lang="en-US" sz="1600" kern="1200"/>
            <a:t> - Information about the files present in the GitHub repositories</a:t>
          </a:r>
        </a:p>
      </dsp:txBody>
      <dsp:txXfrm>
        <a:off x="39295" y="1760473"/>
        <a:ext cx="6193335" cy="726370"/>
      </dsp:txXfrm>
    </dsp:sp>
    <dsp:sp modelId="{3BE64090-0DCD-4B66-A66F-FEC2E487F769}">
      <dsp:nvSpPr>
        <dsp:cNvPr id="0" name=""/>
        <dsp:cNvSpPr/>
      </dsp:nvSpPr>
      <dsp:spPr>
        <a:xfrm>
          <a:off x="0" y="2572218"/>
          <a:ext cx="6271925" cy="804960"/>
        </a:xfrm>
        <a:prstGeom prst="roundRect">
          <a:avLst/>
        </a:prstGeom>
        <a:solidFill>
          <a:schemeClr val="tx2">
            <a:lumMod val="5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Languages</a:t>
          </a:r>
          <a:r>
            <a:rPr lang="en-US" sz="1600" kern="1200" dirty="0"/>
            <a:t> - Data about the languages used by developers in various repositories.</a:t>
          </a:r>
        </a:p>
      </dsp:txBody>
      <dsp:txXfrm>
        <a:off x="39295" y="2611513"/>
        <a:ext cx="6193335" cy="726370"/>
      </dsp:txXfrm>
    </dsp:sp>
    <dsp:sp modelId="{E5F4F6A7-2EAC-4BBA-A3E5-8F3F215D03F2}">
      <dsp:nvSpPr>
        <dsp:cNvPr id="0" name=""/>
        <dsp:cNvSpPr/>
      </dsp:nvSpPr>
      <dsp:spPr>
        <a:xfrm>
          <a:off x="0" y="3423258"/>
          <a:ext cx="6271925" cy="804960"/>
        </a:xfrm>
        <a:prstGeom prst="roundRect">
          <a:avLst/>
        </a:prstGeom>
        <a:solidFill>
          <a:schemeClr val="tx2">
            <a:lumMod val="5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Licenses</a:t>
          </a:r>
          <a:r>
            <a:rPr lang="en-US" sz="1600" kern="1200" dirty="0"/>
            <a:t> – Data containing information of licenses used by GitHub Developers</a:t>
          </a:r>
        </a:p>
      </dsp:txBody>
      <dsp:txXfrm>
        <a:off x="39295" y="3462553"/>
        <a:ext cx="6193335" cy="7263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003A83-0DE1-4B04-937B-B4D35078291C}">
      <dsp:nvSpPr>
        <dsp:cNvPr id="0" name=""/>
        <dsp:cNvSpPr/>
      </dsp:nvSpPr>
      <dsp:spPr>
        <a:xfrm>
          <a:off x="4836" y="0"/>
          <a:ext cx="1237040" cy="3541714"/>
        </a:xfrm>
        <a:prstGeom prst="roundRect">
          <a:avLst>
            <a:gd name="adj" fmla="val 10000"/>
          </a:avLst>
        </a:prstGeom>
        <a:solidFill>
          <a:schemeClr val="bg2">
            <a:lumMod val="20000"/>
            <a:lumOff val="8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Filtered out duplicate and NA values from all datasets</a:t>
          </a:r>
          <a:endParaRPr lang="en-US" sz="1200" kern="1200" dirty="0"/>
        </a:p>
      </dsp:txBody>
      <dsp:txXfrm>
        <a:off x="41068" y="36232"/>
        <a:ext cx="1164576" cy="3469250"/>
      </dsp:txXfrm>
    </dsp:sp>
    <dsp:sp modelId="{98751D51-9004-43A1-8FD2-0A81FD5350BA}">
      <dsp:nvSpPr>
        <dsp:cNvPr id="0" name=""/>
        <dsp:cNvSpPr/>
      </dsp:nvSpPr>
      <dsp:spPr>
        <a:xfrm>
          <a:off x="1365581" y="1617463"/>
          <a:ext cx="262252" cy="3067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365581" y="1678820"/>
        <a:ext cx="183576" cy="184072"/>
      </dsp:txXfrm>
    </dsp:sp>
    <dsp:sp modelId="{213C6FC8-37BD-42DE-9CB3-EBD9B48BB4FA}">
      <dsp:nvSpPr>
        <dsp:cNvPr id="0" name=""/>
        <dsp:cNvSpPr/>
      </dsp:nvSpPr>
      <dsp:spPr>
        <a:xfrm>
          <a:off x="1736693" y="0"/>
          <a:ext cx="1237040" cy="3541714"/>
        </a:xfrm>
        <a:prstGeom prst="roundRect">
          <a:avLst>
            <a:gd name="adj" fmla="val 10000"/>
          </a:avLst>
        </a:prstGeom>
        <a:solidFill>
          <a:schemeClr val="bg2">
            <a:lumMod val="40000"/>
            <a:lumOff val="6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Checked for similarity between author and committer column in Commits data frame. Approximately 95% records had similar author and committer values. Dropped the remaining 5% of values and the committer column.</a:t>
          </a:r>
          <a:endParaRPr lang="en-US" sz="1200" kern="1200" dirty="0"/>
        </a:p>
      </dsp:txBody>
      <dsp:txXfrm>
        <a:off x="1772925" y="36232"/>
        <a:ext cx="1164576" cy="3469250"/>
      </dsp:txXfrm>
    </dsp:sp>
    <dsp:sp modelId="{46B16C62-A0B4-4593-BED1-E3ACA80CE177}">
      <dsp:nvSpPr>
        <dsp:cNvPr id="0" name=""/>
        <dsp:cNvSpPr/>
      </dsp:nvSpPr>
      <dsp:spPr>
        <a:xfrm>
          <a:off x="3097438" y="1617463"/>
          <a:ext cx="262252" cy="3067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097438" y="1678820"/>
        <a:ext cx="183576" cy="184072"/>
      </dsp:txXfrm>
    </dsp:sp>
    <dsp:sp modelId="{943C4681-ED5A-4306-85CB-49E99F448B9C}">
      <dsp:nvSpPr>
        <dsp:cNvPr id="0" name=""/>
        <dsp:cNvSpPr/>
      </dsp:nvSpPr>
      <dsp:spPr>
        <a:xfrm>
          <a:off x="3468550" y="2762"/>
          <a:ext cx="1237040" cy="3536189"/>
        </a:xfrm>
        <a:prstGeom prst="roundRect">
          <a:avLst>
            <a:gd name="adj" fmla="val 10000"/>
          </a:avLst>
        </a:prstGeom>
        <a:solidFill>
          <a:schemeClr val="bg2">
            <a:lumMod val="60000"/>
            <a:lumOff val="4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Removed redundant columns from the Commits data frame such as encoding, difference, difference_truncated, and committer.</a:t>
          </a:r>
          <a:endParaRPr lang="en-US" sz="1200" kern="1200" dirty="0"/>
        </a:p>
      </dsp:txBody>
      <dsp:txXfrm>
        <a:off x="3504782" y="38994"/>
        <a:ext cx="1164576" cy="3463725"/>
      </dsp:txXfrm>
    </dsp:sp>
    <dsp:sp modelId="{6BD2F184-CD74-46DB-BDD8-D35AB76F424C}">
      <dsp:nvSpPr>
        <dsp:cNvPr id="0" name=""/>
        <dsp:cNvSpPr/>
      </dsp:nvSpPr>
      <dsp:spPr>
        <a:xfrm>
          <a:off x="4829295" y="1617463"/>
          <a:ext cx="262252" cy="3067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4829295" y="1678820"/>
        <a:ext cx="183576" cy="184072"/>
      </dsp:txXfrm>
    </dsp:sp>
    <dsp:sp modelId="{229ED658-5EDF-4692-A6FA-82C4635CCD4F}">
      <dsp:nvSpPr>
        <dsp:cNvPr id="0" name=""/>
        <dsp:cNvSpPr/>
      </dsp:nvSpPr>
      <dsp:spPr>
        <a:xfrm>
          <a:off x="5200407" y="8893"/>
          <a:ext cx="1237040" cy="3523926"/>
        </a:xfrm>
        <a:prstGeom prst="roundRect">
          <a:avLst>
            <a:gd name="adj" fmla="val 10000"/>
          </a:avLst>
        </a:prstGeom>
        <a:solidFill>
          <a:srgbClr val="0070C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Exploded the necessary columns in the commits and languages data frame.</a:t>
          </a:r>
          <a:endParaRPr lang="en-US" sz="1200" kern="1200" dirty="0"/>
        </a:p>
      </dsp:txBody>
      <dsp:txXfrm>
        <a:off x="5236639" y="45125"/>
        <a:ext cx="1164576" cy="3451462"/>
      </dsp:txXfrm>
    </dsp:sp>
    <dsp:sp modelId="{50A86AB8-55CA-46BD-A255-8D25F0E7E3D4}">
      <dsp:nvSpPr>
        <dsp:cNvPr id="0" name=""/>
        <dsp:cNvSpPr/>
      </dsp:nvSpPr>
      <dsp:spPr>
        <a:xfrm>
          <a:off x="6561152" y="1617463"/>
          <a:ext cx="262252" cy="3067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6561152" y="1678820"/>
        <a:ext cx="183576" cy="184072"/>
      </dsp:txXfrm>
    </dsp:sp>
    <dsp:sp modelId="{8C9F9DB4-8E27-4903-8D07-DD6FD00ADCBC}">
      <dsp:nvSpPr>
        <dsp:cNvPr id="0" name=""/>
        <dsp:cNvSpPr/>
      </dsp:nvSpPr>
      <dsp:spPr>
        <a:xfrm>
          <a:off x="6932264" y="15034"/>
          <a:ext cx="1237040" cy="3511645"/>
        </a:xfrm>
        <a:prstGeom prst="roundRect">
          <a:avLst>
            <a:gd name="adj" fmla="val 10000"/>
          </a:avLst>
        </a:prstGeom>
        <a:solidFill>
          <a:schemeClr val="bg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Sampled the commits data frame to 20% for efficient processing. Filtered out records from languages, files, and licenses which do not have a corresponding repository name linking in the commits data frame.</a:t>
          </a:r>
          <a:endParaRPr lang="en-US" sz="1200" kern="1200" dirty="0"/>
        </a:p>
      </dsp:txBody>
      <dsp:txXfrm>
        <a:off x="6968496" y="51266"/>
        <a:ext cx="1164576" cy="3439181"/>
      </dsp:txXfrm>
    </dsp:sp>
    <dsp:sp modelId="{9748F47D-9297-445A-9BB4-09C5AC9CE43A}">
      <dsp:nvSpPr>
        <dsp:cNvPr id="0" name=""/>
        <dsp:cNvSpPr/>
      </dsp:nvSpPr>
      <dsp:spPr>
        <a:xfrm>
          <a:off x="8293009" y="1617463"/>
          <a:ext cx="262252" cy="3067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8293009" y="1678820"/>
        <a:ext cx="183576" cy="184072"/>
      </dsp:txXfrm>
    </dsp:sp>
    <dsp:sp modelId="{822195EA-E5A8-40FF-AD5A-C6622E9DCFB0}">
      <dsp:nvSpPr>
        <dsp:cNvPr id="0" name=""/>
        <dsp:cNvSpPr/>
      </dsp:nvSpPr>
      <dsp:spPr>
        <a:xfrm>
          <a:off x="8664121" y="8893"/>
          <a:ext cx="1237040" cy="3523926"/>
        </a:xfrm>
        <a:prstGeom prst="roundRect">
          <a:avLst>
            <a:gd name="adj" fmla="val 10000"/>
          </a:avLst>
        </a:prstGeom>
        <a:solidFill>
          <a:schemeClr val="bg2">
            <a:lumMod val="5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Introduced year column in the commits </a:t>
          </a:r>
          <a:r>
            <a:rPr lang="en-US" sz="1200" kern="1200" dirty="0" err="1"/>
            <a:t>dataframe</a:t>
          </a:r>
          <a:r>
            <a:rPr lang="en-US" sz="1200" kern="1200" dirty="0"/>
            <a:t> calculated from </a:t>
          </a:r>
          <a:r>
            <a:rPr lang="en-US" sz="1200" kern="1200" dirty="0" err="1"/>
            <a:t>author.date.seconds</a:t>
          </a:r>
          <a:r>
            <a:rPr lang="en-US" sz="1200" kern="1200" dirty="0"/>
            <a:t>.</a:t>
          </a:r>
        </a:p>
      </dsp:txBody>
      <dsp:txXfrm>
        <a:off x="8700353" y="45125"/>
        <a:ext cx="1164576" cy="345146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08D934-AD5C-413D-B959-EC1238A3D876}" type="datetimeFigureOut">
              <a:rPr lang="en-US" smtClean="0"/>
              <a:t>12/11/2024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806EC7-FFA1-420D-BADF-6F9BC5344071}" type="slidenum">
              <a:rPr lang="en-US" smtClean="0"/>
              <a:t>‹#›</a:t>
            </a:fld>
            <a:endParaRPr lang="en-US"/>
          </a:p>
        </p:txBody>
      </p:sp>
    </p:spTree>
    <p:extLst>
      <p:ext uri="{BB962C8B-B14F-4D97-AF65-F5344CB8AC3E}">
        <p14:creationId xmlns:p14="http://schemas.microsoft.com/office/powerpoint/2010/main" val="335109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806EC7-FFA1-420D-BADF-6F9BC5344071}" type="slidenum">
              <a:rPr lang="en-US" smtClean="0"/>
              <a:t>2</a:t>
            </a:fld>
            <a:endParaRPr lang="en-US"/>
          </a:p>
        </p:txBody>
      </p:sp>
    </p:spTree>
    <p:extLst>
      <p:ext uri="{BB962C8B-B14F-4D97-AF65-F5344CB8AC3E}">
        <p14:creationId xmlns:p14="http://schemas.microsoft.com/office/powerpoint/2010/main" val="1458145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806EC7-FFA1-420D-BADF-6F9BC5344071}" type="slidenum">
              <a:rPr lang="en-US" smtClean="0"/>
              <a:t>7</a:t>
            </a:fld>
            <a:endParaRPr lang="en-US"/>
          </a:p>
        </p:txBody>
      </p:sp>
    </p:spTree>
    <p:extLst>
      <p:ext uri="{BB962C8B-B14F-4D97-AF65-F5344CB8AC3E}">
        <p14:creationId xmlns:p14="http://schemas.microsoft.com/office/powerpoint/2010/main" val="3185496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806EC7-FFA1-420D-BADF-6F9BC5344071}" type="slidenum">
              <a:rPr lang="en-US" smtClean="0"/>
              <a:t>8</a:t>
            </a:fld>
            <a:endParaRPr lang="en-US"/>
          </a:p>
        </p:txBody>
      </p:sp>
    </p:spTree>
    <p:extLst>
      <p:ext uri="{BB962C8B-B14F-4D97-AF65-F5344CB8AC3E}">
        <p14:creationId xmlns:p14="http://schemas.microsoft.com/office/powerpoint/2010/main" val="12265811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F72BA41-EC5B-4197-BCC8-0FD2E523CD7A}" type="datetimeFigureOut">
              <a:rPr lang="en-US" smtClean="0"/>
              <a:t>12/11/2024</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688944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72BA41-EC5B-4197-BCC8-0FD2E523CD7A}"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617449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72BA41-EC5B-4197-BCC8-0FD2E523CD7A}"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598844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72BA41-EC5B-4197-BCC8-0FD2E523CD7A}"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86132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72BA41-EC5B-4197-BCC8-0FD2E523CD7A}" type="datetimeFigureOut">
              <a:rPr lang="en-US" smtClean="0"/>
              <a:t>12/11/2024</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975412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72BA41-EC5B-4197-BCC8-0FD2E523CD7A}" type="datetimeFigureOut">
              <a:rPr lang="en-US" smtClean="0"/>
              <a:t>12/11/2024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132448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72BA41-EC5B-4197-BCC8-0FD2E523CD7A}" type="datetimeFigureOut">
              <a:rPr lang="en-US" smtClean="0"/>
              <a:t>12/11/2024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445315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72BA41-EC5B-4197-BCC8-0FD2E523CD7A}"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152044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72BA41-EC5B-4197-BCC8-0FD2E523CD7A}"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38089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72BA41-EC5B-4197-BCC8-0FD2E523CD7A}" type="datetimeFigureOut">
              <a:rPr lang="en-US" smtClean="0"/>
              <a:pPr/>
              <a:t>12/11/2024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2251998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72BA41-EC5B-4197-BCC8-0FD2E523CD7A}" type="datetimeFigureOut">
              <a:rPr lang="en-US" smtClean="0"/>
              <a:pPr/>
              <a:t>12/11/2024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1428693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72BA41-EC5B-4197-BCC8-0FD2E523CD7A}" type="datetimeFigureOut">
              <a:rPr lang="en-US" smtClean="0"/>
              <a:pPr/>
              <a:t>12/11/2024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15108C-154A-4A5A-9C05-91A49A422BA7}" type="slidenum">
              <a:rPr lang="en-US" smtClean="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28128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72BA41-EC5B-4197-BCC8-0FD2E523CD7A}" type="datetimeFigureOut">
              <a:rPr lang="en-US" smtClean="0"/>
              <a:pPr/>
              <a:t>12/11/2024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1223462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F72BA41-EC5B-4197-BCC8-0FD2E523CD7A}" type="datetimeFigureOut">
              <a:rPr lang="en-US" smtClean="0"/>
              <a:pPr/>
              <a:t>12/11/2024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6363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F72BA41-EC5B-4197-BCC8-0FD2E523CD7A}" type="datetimeFigureOut">
              <a:rPr lang="en-US" smtClean="0"/>
              <a:pPr/>
              <a:t>12/11/2024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14875895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72BA41-EC5B-4197-BCC8-0FD2E523CD7A}"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164540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72BA41-EC5B-4197-BCC8-0FD2E523CD7A}"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330689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F72BA41-EC5B-4197-BCC8-0FD2E523CD7A}" type="datetimeFigureOut">
              <a:rPr lang="en-US" smtClean="0"/>
              <a:pPr/>
              <a:t>12/11/2024</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166878661"/>
      </p:ext>
    </p:extLst>
  </p:cSld>
  <p:clrMap bg1="dk1" tx1="lt1" bg2="dk2" tx2="lt2" accent1="accent1" accent2="accent2" accent3="accent3" accent4="accent4" accent5="accent5" accent6="accent6" hlink="hlink" folHlink="folHlink"/>
  <p:sldLayoutIdLst>
    <p:sldLayoutId id="2147483900"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 id="2147483911" r:id="rId12"/>
    <p:sldLayoutId id="2147483912" r:id="rId13"/>
    <p:sldLayoutId id="2147483913" r:id="rId14"/>
    <p:sldLayoutId id="2147483914" r:id="rId15"/>
    <p:sldLayoutId id="2147483915" r:id="rId16"/>
    <p:sldLayoutId id="214748391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71" name="Picture 70" descr="Triangular abstract background">
            <a:extLst>
              <a:ext uri="{FF2B5EF4-FFF2-40B4-BE49-F238E27FC236}">
                <a16:creationId xmlns:a16="http://schemas.microsoft.com/office/drawing/2014/main" id="{C9A633C8-45B9-9800-65E4-D91B23FFD0B9}"/>
              </a:ext>
            </a:extLst>
          </p:cNvPr>
          <p:cNvPicPr>
            <a:picLocks noChangeAspect="1"/>
          </p:cNvPicPr>
          <p:nvPr/>
        </p:nvPicPr>
        <p:blipFill>
          <a:blip r:embed="rId3">
            <a:duotone>
              <a:prstClr val="black"/>
              <a:schemeClr val="accent5">
                <a:tint val="45000"/>
                <a:satMod val="400000"/>
              </a:schemeClr>
            </a:duotone>
            <a:alphaModFix amt="25000"/>
          </a:blip>
          <a:srcRect t="23391" r="9091"/>
          <a:stretch/>
        </p:blipFill>
        <p:spPr>
          <a:xfrm>
            <a:off x="20" y="10"/>
            <a:ext cx="12191980" cy="6857990"/>
          </a:xfrm>
          <a:prstGeom prst="rect">
            <a:avLst/>
          </a:prstGeom>
        </p:spPr>
      </p:pic>
      <p:sp>
        <p:nvSpPr>
          <p:cNvPr id="2" name="Title 1">
            <a:extLst>
              <a:ext uri="{FF2B5EF4-FFF2-40B4-BE49-F238E27FC236}">
                <a16:creationId xmlns:a16="http://schemas.microsoft.com/office/drawing/2014/main" id="{CFD58F64-D5E6-6D57-56AA-BFF20097D6F3}"/>
              </a:ext>
            </a:extLst>
          </p:cNvPr>
          <p:cNvSpPr>
            <a:spLocks noGrp="1"/>
          </p:cNvSpPr>
          <p:nvPr>
            <p:ph type="ctrTitle"/>
          </p:nvPr>
        </p:nvSpPr>
        <p:spPr>
          <a:xfrm>
            <a:off x="1411776" y="778205"/>
            <a:ext cx="9720870" cy="2650795"/>
          </a:xfrm>
          <a:effectLst>
            <a:outerShdw blurRad="50800" dist="38100" dir="5400000" algn="t" rotWithShape="0">
              <a:prstClr val="black">
                <a:alpha val="40000"/>
              </a:prstClr>
            </a:outerShdw>
          </a:effectLst>
        </p:spPr>
        <p:txBody>
          <a:bodyPr>
            <a:normAutofit fontScale="90000"/>
          </a:bodyPr>
          <a:lstStyle/>
          <a:p>
            <a:pPr algn="ctr"/>
            <a:r>
              <a:rPr lang="en-US" b="1" dirty="0"/>
              <a:t>Big Data Platforms Final Project:</a:t>
            </a:r>
            <a:br>
              <a:rPr lang="en-US" b="1" dirty="0"/>
            </a:br>
            <a:r>
              <a:rPr lang="en-US" b="1" dirty="0"/>
              <a:t>Can </a:t>
            </a:r>
            <a:r>
              <a:rPr lang="en-US" b="1" dirty="0" err="1"/>
              <a:t>TuringBots</a:t>
            </a:r>
            <a:r>
              <a:rPr lang="en-US" b="1" dirty="0"/>
              <a:t> Replace Human Software Developers?</a:t>
            </a:r>
          </a:p>
        </p:txBody>
      </p:sp>
      <p:sp>
        <p:nvSpPr>
          <p:cNvPr id="3" name="Subtitle 2">
            <a:extLst>
              <a:ext uri="{FF2B5EF4-FFF2-40B4-BE49-F238E27FC236}">
                <a16:creationId xmlns:a16="http://schemas.microsoft.com/office/drawing/2014/main" id="{5B9901FC-1BAB-1B9F-DE20-6706264E3404}"/>
              </a:ext>
            </a:extLst>
          </p:cNvPr>
          <p:cNvSpPr>
            <a:spLocks noGrp="1"/>
          </p:cNvSpPr>
          <p:nvPr>
            <p:ph type="subTitle" idx="1"/>
          </p:nvPr>
        </p:nvSpPr>
        <p:spPr>
          <a:xfrm>
            <a:off x="1876423" y="3583627"/>
            <a:ext cx="8791575" cy="1655762"/>
          </a:xfrm>
          <a:effectLst>
            <a:outerShdw blurRad="50800" dist="38100" dir="5400000" algn="t" rotWithShape="0">
              <a:prstClr val="black">
                <a:alpha val="40000"/>
              </a:prstClr>
            </a:outerShdw>
          </a:effectLst>
        </p:spPr>
        <p:txBody>
          <a:bodyPr>
            <a:normAutofit/>
          </a:bodyPr>
          <a:lstStyle/>
          <a:p>
            <a:pPr algn="ctr"/>
            <a:r>
              <a:rPr lang="en-US" dirty="0"/>
              <a:t>A Data-Driven Analysis of GitHub Activity and Programming Trends</a:t>
            </a:r>
          </a:p>
        </p:txBody>
      </p:sp>
      <p:sp>
        <p:nvSpPr>
          <p:cNvPr id="5" name="TextBox 4">
            <a:extLst>
              <a:ext uri="{FF2B5EF4-FFF2-40B4-BE49-F238E27FC236}">
                <a16:creationId xmlns:a16="http://schemas.microsoft.com/office/drawing/2014/main" id="{0B8AD52C-2F0C-BA1F-4517-8672477D6D4F}"/>
              </a:ext>
            </a:extLst>
          </p:cNvPr>
          <p:cNvSpPr txBox="1"/>
          <p:nvPr/>
        </p:nvSpPr>
        <p:spPr>
          <a:xfrm>
            <a:off x="4977036" y="4411508"/>
            <a:ext cx="2129509" cy="369332"/>
          </a:xfrm>
          <a:prstGeom prst="rect">
            <a:avLst/>
          </a:prstGeom>
          <a:noFill/>
          <a:effectLst>
            <a:outerShdw blurRad="50800" dist="38100" dir="5400000" algn="t" rotWithShape="0">
              <a:prstClr val="black">
                <a:alpha val="40000"/>
              </a:prstClr>
            </a:outerShdw>
          </a:effectLst>
        </p:spPr>
        <p:txBody>
          <a:bodyPr wrap="square" rtlCol="0">
            <a:spAutoFit/>
          </a:bodyPr>
          <a:lstStyle/>
          <a:p>
            <a:pPr algn="ctr"/>
            <a:r>
              <a:rPr lang="en-IN" dirty="0"/>
              <a:t>By: Suyog Mahale</a:t>
            </a:r>
            <a:endParaRPr lang="en-US" dirty="0"/>
          </a:p>
        </p:txBody>
      </p:sp>
    </p:spTree>
    <p:extLst>
      <p:ext uri="{BB962C8B-B14F-4D97-AF65-F5344CB8AC3E}">
        <p14:creationId xmlns:p14="http://schemas.microsoft.com/office/powerpoint/2010/main" val="1528287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7"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9"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2"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49"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3"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4"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5"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7"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8"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9"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7087DFC1-9850-101C-FD46-ECE51BC53F8A}"/>
              </a:ext>
            </a:extLst>
          </p:cNvPr>
          <p:cNvSpPr>
            <a:spLocks noGrp="1"/>
          </p:cNvSpPr>
          <p:nvPr>
            <p:ph type="title"/>
          </p:nvPr>
        </p:nvSpPr>
        <p:spPr>
          <a:xfrm>
            <a:off x="1019015" y="1093787"/>
            <a:ext cx="3059969" cy="4697413"/>
          </a:xfrm>
        </p:spPr>
        <p:txBody>
          <a:bodyPr>
            <a:normAutofit/>
          </a:bodyPr>
          <a:lstStyle/>
          <a:p>
            <a:pPr algn="ctr"/>
            <a:r>
              <a:rPr lang="en-IN" dirty="0"/>
              <a:t>INDEX</a:t>
            </a:r>
            <a:endParaRPr lang="en-US" dirty="0"/>
          </a:p>
        </p:txBody>
      </p:sp>
      <p:sp useBgFill="1">
        <p:nvSpPr>
          <p:cNvPr id="64"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757988F-B21E-A672-9441-0AA22C7A6F5B}"/>
              </a:ext>
            </a:extLst>
          </p:cNvPr>
          <p:cNvSpPr>
            <a:spLocks noGrp="1"/>
          </p:cNvSpPr>
          <p:nvPr>
            <p:ph idx="1"/>
          </p:nvPr>
        </p:nvSpPr>
        <p:spPr>
          <a:xfrm>
            <a:off x="5215467" y="1093788"/>
            <a:ext cx="5831944" cy="4851400"/>
          </a:xfrm>
        </p:spPr>
        <p:txBody>
          <a:bodyPr>
            <a:normAutofit/>
          </a:bodyPr>
          <a:lstStyle/>
          <a:p>
            <a:pPr>
              <a:lnSpc>
                <a:spcPct val="110000"/>
              </a:lnSpc>
            </a:pPr>
            <a:r>
              <a:rPr lang="en-IN" sz="1600" dirty="0"/>
              <a:t>Executive Summary</a:t>
            </a:r>
          </a:p>
          <a:p>
            <a:pPr>
              <a:lnSpc>
                <a:spcPct val="110000"/>
              </a:lnSpc>
            </a:pPr>
            <a:r>
              <a:rPr lang="en-IN" sz="1600" dirty="0"/>
              <a:t>Data Overview</a:t>
            </a:r>
          </a:p>
          <a:p>
            <a:pPr>
              <a:lnSpc>
                <a:spcPct val="110000"/>
              </a:lnSpc>
            </a:pPr>
            <a:r>
              <a:rPr lang="en-IN" sz="1600" dirty="0"/>
              <a:t>Data Cleaning </a:t>
            </a:r>
          </a:p>
          <a:p>
            <a:pPr>
              <a:lnSpc>
                <a:spcPct val="110000"/>
              </a:lnSpc>
            </a:pPr>
            <a:r>
              <a:rPr lang="en-IN" sz="1600" dirty="0"/>
              <a:t>Exploratory Data Analysis</a:t>
            </a:r>
          </a:p>
          <a:p>
            <a:pPr>
              <a:lnSpc>
                <a:spcPct val="110000"/>
              </a:lnSpc>
            </a:pPr>
            <a:r>
              <a:rPr lang="en-IN" sz="1600" dirty="0"/>
              <a:t>Timeline Analysis</a:t>
            </a:r>
          </a:p>
          <a:p>
            <a:pPr>
              <a:lnSpc>
                <a:spcPct val="110000"/>
              </a:lnSpc>
            </a:pPr>
            <a:r>
              <a:rPr lang="en-IN" sz="1600" dirty="0"/>
              <a:t>Programming Language Trends</a:t>
            </a:r>
          </a:p>
          <a:p>
            <a:pPr>
              <a:lnSpc>
                <a:spcPct val="110000"/>
              </a:lnSpc>
            </a:pPr>
            <a:r>
              <a:rPr lang="en-IN" sz="1600" dirty="0"/>
              <a:t>License Trends</a:t>
            </a:r>
          </a:p>
          <a:p>
            <a:pPr>
              <a:lnSpc>
                <a:spcPct val="110000"/>
              </a:lnSpc>
            </a:pPr>
            <a:r>
              <a:rPr lang="en-IN" sz="1600" dirty="0"/>
              <a:t>Repository Analysis</a:t>
            </a:r>
          </a:p>
          <a:p>
            <a:pPr>
              <a:lnSpc>
                <a:spcPct val="110000"/>
              </a:lnSpc>
            </a:pPr>
            <a:r>
              <a:rPr lang="en-IN" sz="1600" dirty="0"/>
              <a:t>Reasons For Commits</a:t>
            </a:r>
          </a:p>
          <a:p>
            <a:pPr>
              <a:lnSpc>
                <a:spcPct val="110000"/>
              </a:lnSpc>
            </a:pPr>
            <a:r>
              <a:rPr lang="en-IN" sz="1600" dirty="0"/>
              <a:t>Most Prolific Committers</a:t>
            </a:r>
          </a:p>
          <a:p>
            <a:pPr>
              <a:lnSpc>
                <a:spcPct val="110000"/>
              </a:lnSpc>
            </a:pPr>
            <a:r>
              <a:rPr lang="en-IN" sz="1600" dirty="0"/>
              <a:t>Message and Subject: Similarity Analysis</a:t>
            </a:r>
          </a:p>
          <a:p>
            <a:pPr>
              <a:lnSpc>
                <a:spcPct val="110000"/>
              </a:lnSpc>
            </a:pPr>
            <a:r>
              <a:rPr lang="en-IN" sz="1600" dirty="0"/>
              <a:t>Conclusion and Recommendations</a:t>
            </a:r>
            <a:endParaRPr lang="en-US" sz="1600" dirty="0"/>
          </a:p>
        </p:txBody>
      </p:sp>
    </p:spTree>
    <p:extLst>
      <p:ext uri="{BB962C8B-B14F-4D97-AF65-F5344CB8AC3E}">
        <p14:creationId xmlns:p14="http://schemas.microsoft.com/office/powerpoint/2010/main" val="360847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660BD-5538-9646-3F5A-13252F0A7FDB}"/>
              </a:ext>
            </a:extLst>
          </p:cNvPr>
          <p:cNvSpPr>
            <a:spLocks noGrp="1"/>
          </p:cNvSpPr>
          <p:nvPr>
            <p:ph type="title"/>
          </p:nvPr>
        </p:nvSpPr>
        <p:spPr>
          <a:xfrm>
            <a:off x="1135583" y="0"/>
            <a:ext cx="9906000" cy="1117073"/>
          </a:xfrm>
          <a:effectLst>
            <a:outerShdw blurRad="50800" dist="38100" dir="5400000" algn="t" rotWithShape="0">
              <a:prstClr val="black">
                <a:alpha val="40000"/>
              </a:prstClr>
            </a:outerShdw>
          </a:effectLst>
        </p:spPr>
        <p:txBody>
          <a:bodyPr>
            <a:normAutofit/>
          </a:bodyPr>
          <a:lstStyle/>
          <a:p>
            <a:pPr algn="ctr"/>
            <a:r>
              <a:rPr lang="en-IN" sz="4000" b="1" dirty="0"/>
              <a:t>EXECUTIVE SUMMARY</a:t>
            </a:r>
            <a:endParaRPr lang="en-US" sz="4000" b="1" dirty="0"/>
          </a:p>
        </p:txBody>
      </p:sp>
      <p:sp>
        <p:nvSpPr>
          <p:cNvPr id="4" name="Flowchart: Off-page Connector 3">
            <a:extLst>
              <a:ext uri="{FF2B5EF4-FFF2-40B4-BE49-F238E27FC236}">
                <a16:creationId xmlns:a16="http://schemas.microsoft.com/office/drawing/2014/main" id="{A627BDE1-9427-DC1F-0BBC-72483A0DCEB8}"/>
              </a:ext>
            </a:extLst>
          </p:cNvPr>
          <p:cNvSpPr/>
          <p:nvPr/>
        </p:nvSpPr>
        <p:spPr>
          <a:xfrm>
            <a:off x="1163952" y="1117036"/>
            <a:ext cx="2764494" cy="5299602"/>
          </a:xfrm>
          <a:prstGeom prst="flowChartOffpageConnector">
            <a:avLst/>
          </a:prstGeom>
          <a:solidFill>
            <a:schemeClr val="tx1">
              <a:lumMod val="50000"/>
              <a:lumOff val="50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63CBA995-DCF8-80A3-7F66-1CC8DB529382}"/>
              </a:ext>
            </a:extLst>
          </p:cNvPr>
          <p:cNvSpPr txBox="1"/>
          <p:nvPr/>
        </p:nvSpPr>
        <p:spPr>
          <a:xfrm>
            <a:off x="1135583" y="2551837"/>
            <a:ext cx="2764494" cy="1754326"/>
          </a:xfrm>
          <a:prstGeom prst="rect">
            <a:avLst/>
          </a:prstGeom>
          <a:noFill/>
        </p:spPr>
        <p:txBody>
          <a:bodyPr wrap="square" rtlCol="0">
            <a:spAutoFit/>
          </a:bodyPr>
          <a:lstStyle/>
          <a:p>
            <a:pPr algn="ctr"/>
            <a:r>
              <a:rPr lang="en-IN" sz="1200" b="1" dirty="0">
                <a:solidFill>
                  <a:schemeClr val="bg2">
                    <a:lumMod val="75000"/>
                  </a:schemeClr>
                </a:solidFill>
              </a:rPr>
              <a:t>OBJECTIVE</a:t>
            </a:r>
          </a:p>
          <a:p>
            <a:pPr algn="just"/>
            <a:endParaRPr lang="en-IN" sz="1200" dirty="0">
              <a:solidFill>
                <a:schemeClr val="bg2">
                  <a:lumMod val="75000"/>
                </a:schemeClr>
              </a:solidFill>
            </a:endParaRPr>
          </a:p>
          <a:p>
            <a:pPr algn="just"/>
            <a:r>
              <a:rPr lang="en-IN" sz="1200" dirty="0">
                <a:solidFill>
                  <a:schemeClr val="bg2">
                    <a:lumMod val="75000"/>
                  </a:schemeClr>
                </a:solidFill>
              </a:rPr>
              <a:t>We have analysed over 1.36 TB of GitHub Data to uncover trends in programming languages, commits, repository activity, developer behaviour, etc. to assess the feasibility of AI tools such as </a:t>
            </a:r>
            <a:r>
              <a:rPr lang="en-IN" sz="1200" dirty="0" err="1">
                <a:solidFill>
                  <a:schemeClr val="bg2">
                    <a:lumMod val="75000"/>
                  </a:schemeClr>
                </a:solidFill>
              </a:rPr>
              <a:t>TuringBots</a:t>
            </a:r>
            <a:r>
              <a:rPr lang="en-IN" sz="1200" dirty="0">
                <a:solidFill>
                  <a:schemeClr val="bg2">
                    <a:lumMod val="75000"/>
                  </a:schemeClr>
                </a:solidFill>
              </a:rPr>
              <a:t> in augmenting or replacing human developers</a:t>
            </a:r>
            <a:endParaRPr lang="en-US" sz="1200" dirty="0">
              <a:solidFill>
                <a:schemeClr val="bg2">
                  <a:lumMod val="75000"/>
                </a:schemeClr>
              </a:solidFill>
            </a:endParaRPr>
          </a:p>
        </p:txBody>
      </p:sp>
      <p:sp>
        <p:nvSpPr>
          <p:cNvPr id="8" name="Flowchart: Off-page Connector 7">
            <a:extLst>
              <a:ext uri="{FF2B5EF4-FFF2-40B4-BE49-F238E27FC236}">
                <a16:creationId xmlns:a16="http://schemas.microsoft.com/office/drawing/2014/main" id="{7A8C45BE-74FE-9860-F806-44DE1C0F8200}"/>
              </a:ext>
            </a:extLst>
          </p:cNvPr>
          <p:cNvSpPr/>
          <p:nvPr/>
        </p:nvSpPr>
        <p:spPr>
          <a:xfrm>
            <a:off x="4713753" y="1164370"/>
            <a:ext cx="2764494" cy="5299602"/>
          </a:xfrm>
          <a:prstGeom prst="flowChartOffpageConnector">
            <a:avLst/>
          </a:prstGeom>
          <a:solidFill>
            <a:schemeClr val="tx1">
              <a:lumMod val="50000"/>
              <a:lumOff val="50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EF2C7F7-940E-DFAE-29F3-61A56C562205}"/>
              </a:ext>
            </a:extLst>
          </p:cNvPr>
          <p:cNvSpPr txBox="1"/>
          <p:nvPr/>
        </p:nvSpPr>
        <p:spPr>
          <a:xfrm>
            <a:off x="4713754" y="1164370"/>
            <a:ext cx="2779332" cy="5047536"/>
          </a:xfrm>
          <a:prstGeom prst="rect">
            <a:avLst/>
          </a:prstGeom>
          <a:noFill/>
        </p:spPr>
        <p:txBody>
          <a:bodyPr wrap="square" rtlCol="0">
            <a:spAutoFit/>
          </a:bodyPr>
          <a:lstStyle/>
          <a:p>
            <a:pPr algn="ctr"/>
            <a:r>
              <a:rPr lang="en-IN" sz="1150" b="1" dirty="0">
                <a:solidFill>
                  <a:schemeClr val="bg2"/>
                </a:solidFill>
              </a:rPr>
              <a:t>METHODOLOGY</a:t>
            </a:r>
          </a:p>
          <a:p>
            <a:pPr algn="just"/>
            <a:endParaRPr lang="en-IN" sz="1150" b="1" dirty="0">
              <a:solidFill>
                <a:schemeClr val="bg2"/>
              </a:solidFill>
            </a:endParaRPr>
          </a:p>
          <a:p>
            <a:r>
              <a:rPr lang="en-IN" sz="1150" dirty="0">
                <a:solidFill>
                  <a:schemeClr val="bg2"/>
                </a:solidFill>
              </a:rPr>
              <a:t>Through the course of this analysis, we have derived insights about:</a:t>
            </a:r>
          </a:p>
          <a:p>
            <a:endParaRPr lang="en-IN" sz="1150" dirty="0">
              <a:solidFill>
                <a:schemeClr val="bg2"/>
              </a:solidFill>
            </a:endParaRPr>
          </a:p>
          <a:p>
            <a:pPr marL="342900" indent="-342900">
              <a:buAutoNum type="arabicPeriod"/>
            </a:pPr>
            <a:r>
              <a:rPr lang="en-IN" sz="1150" dirty="0">
                <a:solidFill>
                  <a:schemeClr val="bg2"/>
                </a:solidFill>
              </a:rPr>
              <a:t>Timeline of commits. How commits have been distributed through the years, valleys and spikes, and missing data.</a:t>
            </a:r>
          </a:p>
          <a:p>
            <a:pPr marL="342900" indent="-342900">
              <a:buAutoNum type="arabicPeriod"/>
            </a:pPr>
            <a:r>
              <a:rPr lang="en-IN" sz="1150" dirty="0">
                <a:solidFill>
                  <a:schemeClr val="bg2"/>
                </a:solidFill>
              </a:rPr>
              <a:t>Language and Licenses. What languages and licenses are most popular and trends among licenses and languages.</a:t>
            </a:r>
          </a:p>
          <a:p>
            <a:pPr marL="342900" indent="-342900">
              <a:buAutoNum type="arabicPeriod"/>
            </a:pPr>
            <a:r>
              <a:rPr lang="en-IN" sz="1150" dirty="0">
                <a:solidFill>
                  <a:schemeClr val="bg2"/>
                </a:solidFill>
              </a:rPr>
              <a:t>Repository Analysis. Which are the most popular and rapidly growing repositories, and the technologies/languages associated with these repositories. </a:t>
            </a:r>
          </a:p>
          <a:p>
            <a:pPr marL="342900" indent="-342900">
              <a:buAutoNum type="arabicPeriod"/>
            </a:pPr>
            <a:r>
              <a:rPr lang="en-IN" sz="1150" dirty="0">
                <a:solidFill>
                  <a:schemeClr val="bg2"/>
                </a:solidFill>
              </a:rPr>
              <a:t>Most Prolific committers and reasons for committing to GitHub Repositories.</a:t>
            </a:r>
          </a:p>
          <a:p>
            <a:pPr marL="342900" indent="-342900">
              <a:buAutoNum type="arabicPeriod"/>
            </a:pPr>
            <a:r>
              <a:rPr lang="en-IN" sz="1150" dirty="0">
                <a:solidFill>
                  <a:schemeClr val="bg2"/>
                </a:solidFill>
              </a:rPr>
              <a:t>Subject and message similarity. Are the subject and message columns similar in the commits data frame and similarity trends across multiple programming languages.</a:t>
            </a:r>
          </a:p>
          <a:p>
            <a:pPr marL="342900" indent="-342900">
              <a:buAutoNum type="arabicPeriod"/>
            </a:pPr>
            <a:endParaRPr lang="en-IN" sz="1150" dirty="0">
              <a:solidFill>
                <a:schemeClr val="bg2"/>
              </a:solidFill>
            </a:endParaRPr>
          </a:p>
          <a:p>
            <a:pPr marL="342900" indent="-342900">
              <a:buAutoNum type="arabicPeriod"/>
            </a:pPr>
            <a:endParaRPr lang="en-IN" sz="1150" dirty="0">
              <a:solidFill>
                <a:schemeClr val="bg2"/>
              </a:solidFill>
            </a:endParaRPr>
          </a:p>
          <a:p>
            <a:pPr marL="342900" indent="-342900">
              <a:buAutoNum type="arabicPeriod"/>
            </a:pPr>
            <a:endParaRPr lang="en-IN" sz="1150" dirty="0">
              <a:solidFill>
                <a:schemeClr val="bg2"/>
              </a:solidFill>
            </a:endParaRPr>
          </a:p>
          <a:p>
            <a:pPr algn="ctr"/>
            <a:endParaRPr lang="en-US" sz="1150" dirty="0"/>
          </a:p>
        </p:txBody>
      </p:sp>
      <p:sp>
        <p:nvSpPr>
          <p:cNvPr id="10" name="Flowchart: Off-page Connector 9">
            <a:extLst>
              <a:ext uri="{FF2B5EF4-FFF2-40B4-BE49-F238E27FC236}">
                <a16:creationId xmlns:a16="http://schemas.microsoft.com/office/drawing/2014/main" id="{2FC3B373-64D5-3805-2FAA-BAC024AAABCB}"/>
              </a:ext>
            </a:extLst>
          </p:cNvPr>
          <p:cNvSpPr/>
          <p:nvPr/>
        </p:nvSpPr>
        <p:spPr>
          <a:xfrm>
            <a:off x="8233818" y="1164370"/>
            <a:ext cx="2779331" cy="5299602"/>
          </a:xfrm>
          <a:prstGeom prst="flowChartOffpageConnector">
            <a:avLst/>
          </a:prstGeom>
          <a:solidFill>
            <a:schemeClr val="tx1">
              <a:lumMod val="50000"/>
              <a:lumOff val="50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6932F1F-5C95-A496-FB44-CBDC713D613B}"/>
              </a:ext>
            </a:extLst>
          </p:cNvPr>
          <p:cNvSpPr txBox="1"/>
          <p:nvPr/>
        </p:nvSpPr>
        <p:spPr>
          <a:xfrm>
            <a:off x="8237087" y="1164370"/>
            <a:ext cx="2794230" cy="4154984"/>
          </a:xfrm>
          <a:prstGeom prst="rect">
            <a:avLst/>
          </a:prstGeom>
          <a:noFill/>
        </p:spPr>
        <p:txBody>
          <a:bodyPr wrap="square" rtlCol="0">
            <a:spAutoFit/>
          </a:bodyPr>
          <a:lstStyle/>
          <a:p>
            <a:pPr algn="ctr"/>
            <a:r>
              <a:rPr lang="en-US" sz="1200" b="1" dirty="0">
                <a:solidFill>
                  <a:schemeClr val="bg2"/>
                </a:solidFill>
              </a:rPr>
              <a:t>INSIGHTS</a:t>
            </a:r>
          </a:p>
          <a:p>
            <a:pPr algn="ctr"/>
            <a:endParaRPr lang="en-US" sz="1200" b="1" dirty="0">
              <a:solidFill>
                <a:schemeClr val="bg2"/>
              </a:solidFill>
            </a:endParaRPr>
          </a:p>
          <a:p>
            <a:r>
              <a:rPr lang="en-US" sz="1200" dirty="0">
                <a:solidFill>
                  <a:schemeClr val="bg2"/>
                </a:solidFill>
              </a:rPr>
              <a:t>AI has become an essential part of modern technology, transforming how developers tackle programming challenges. This shift is evident in the reduced reliance on traditional collaboration platforms like GitHub and the growing adoption of AI tools such as </a:t>
            </a:r>
            <a:r>
              <a:rPr lang="en-US" sz="1200" dirty="0" err="1">
                <a:solidFill>
                  <a:schemeClr val="bg2"/>
                </a:solidFill>
              </a:rPr>
              <a:t>TuringBots</a:t>
            </a:r>
            <a:r>
              <a:rPr lang="en-US" sz="1200" dirty="0">
                <a:solidFill>
                  <a:schemeClr val="bg2"/>
                </a:solidFill>
              </a:rPr>
              <a:t>.</a:t>
            </a:r>
          </a:p>
          <a:p>
            <a:endParaRPr lang="en-US" sz="1200" dirty="0">
              <a:solidFill>
                <a:schemeClr val="bg2"/>
              </a:solidFill>
            </a:endParaRPr>
          </a:p>
          <a:p>
            <a:r>
              <a:rPr lang="en-US" sz="1200" dirty="0">
                <a:solidFill>
                  <a:schemeClr val="bg2"/>
                </a:solidFill>
              </a:rPr>
              <a:t>While </a:t>
            </a:r>
            <a:r>
              <a:rPr lang="en-US" sz="1200" dirty="0" err="1">
                <a:solidFill>
                  <a:schemeClr val="bg2"/>
                </a:solidFill>
              </a:rPr>
              <a:t>TuringBots</a:t>
            </a:r>
            <a:r>
              <a:rPr lang="en-US" sz="1200" dirty="0">
                <a:solidFill>
                  <a:schemeClr val="bg2"/>
                </a:solidFill>
              </a:rPr>
              <a:t> significantly enhance productivity by automating tasks and optimizing workflows, they cannot fully replace human developers. These tools lack the creativity and critical thinking required for complex projects. Instead, they should be viewed as complementary assets that augment human effort. To maximize their potential, developers must balance AI integration with innovation, collaboration, and domain expertise in software development.</a:t>
            </a:r>
          </a:p>
        </p:txBody>
      </p:sp>
    </p:spTree>
    <p:extLst>
      <p:ext uri="{BB962C8B-B14F-4D97-AF65-F5344CB8AC3E}">
        <p14:creationId xmlns:p14="http://schemas.microsoft.com/office/powerpoint/2010/main" val="3433746186"/>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E7363-7972-38AA-3DAD-C96D66D5B6EC}"/>
              </a:ext>
            </a:extLst>
          </p:cNvPr>
          <p:cNvSpPr>
            <a:spLocks noGrp="1"/>
          </p:cNvSpPr>
          <p:nvPr>
            <p:ph type="title"/>
          </p:nvPr>
        </p:nvSpPr>
        <p:spPr>
          <a:xfrm>
            <a:off x="1141413" y="327514"/>
            <a:ext cx="9905998" cy="1478570"/>
          </a:xfrm>
          <a:effectLst>
            <a:outerShdw blurRad="50800" dist="38100" dir="5400000" algn="t" rotWithShape="0">
              <a:prstClr val="black">
                <a:alpha val="40000"/>
              </a:prstClr>
            </a:outerShdw>
          </a:effectLst>
        </p:spPr>
        <p:txBody>
          <a:bodyPr/>
          <a:lstStyle/>
          <a:p>
            <a:r>
              <a:rPr lang="en-US" b="1" dirty="0"/>
              <a:t>DATA OVERVIEW</a:t>
            </a:r>
          </a:p>
        </p:txBody>
      </p:sp>
      <p:sp>
        <p:nvSpPr>
          <p:cNvPr id="3" name="Content Placeholder 2">
            <a:extLst>
              <a:ext uri="{FF2B5EF4-FFF2-40B4-BE49-F238E27FC236}">
                <a16:creationId xmlns:a16="http://schemas.microsoft.com/office/drawing/2014/main" id="{D5313364-860C-B71F-FCB9-18635CE88731}"/>
              </a:ext>
            </a:extLst>
          </p:cNvPr>
          <p:cNvSpPr>
            <a:spLocks noGrp="1"/>
          </p:cNvSpPr>
          <p:nvPr>
            <p:ph idx="1"/>
          </p:nvPr>
        </p:nvSpPr>
        <p:spPr>
          <a:xfrm>
            <a:off x="1141413" y="2249487"/>
            <a:ext cx="3068510" cy="3541714"/>
          </a:xfrm>
        </p:spPr>
        <p:txBody>
          <a:bodyPr>
            <a:normAutofit fontScale="92500" lnSpcReduction="20000"/>
          </a:bodyPr>
          <a:lstStyle/>
          <a:p>
            <a:pPr marL="0" indent="0">
              <a:buNone/>
            </a:pPr>
            <a:r>
              <a:rPr lang="en-US" dirty="0"/>
              <a:t>We had access to approximately 1.36 TB of GitHub data separated as Commits, Contents, Files, Languages, and Licenses. The data was in the form of parquet files which was processed using Google Cloud Platform.</a:t>
            </a:r>
          </a:p>
          <a:p>
            <a:pPr marL="0" indent="0">
              <a:buNone/>
            </a:pPr>
            <a:endParaRPr lang="en-US" dirty="0"/>
          </a:p>
        </p:txBody>
      </p:sp>
      <p:graphicFrame>
        <p:nvGraphicFramePr>
          <p:cNvPr id="13" name="Diagram 12">
            <a:extLst>
              <a:ext uri="{FF2B5EF4-FFF2-40B4-BE49-F238E27FC236}">
                <a16:creationId xmlns:a16="http://schemas.microsoft.com/office/drawing/2014/main" id="{9E943990-E2D1-0851-7485-9C78B099BCFC}"/>
              </a:ext>
            </a:extLst>
          </p:cNvPr>
          <p:cNvGraphicFramePr/>
          <p:nvPr>
            <p:extLst>
              <p:ext uri="{D42A27DB-BD31-4B8C-83A1-F6EECF244321}">
                <p14:modId xmlns:p14="http://schemas.microsoft.com/office/powerpoint/2010/main" val="1850889929"/>
              </p:ext>
            </p:extLst>
          </p:nvPr>
        </p:nvGraphicFramePr>
        <p:xfrm>
          <a:off x="4977036" y="1806084"/>
          <a:ext cx="6271925" cy="42473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2991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B5667-B779-3D89-544F-7C1B13428849}"/>
              </a:ext>
            </a:extLst>
          </p:cNvPr>
          <p:cNvSpPr>
            <a:spLocks noGrp="1"/>
          </p:cNvSpPr>
          <p:nvPr>
            <p:ph type="title"/>
          </p:nvPr>
        </p:nvSpPr>
        <p:spPr>
          <a:effectLst>
            <a:outerShdw blurRad="50800" dist="38100" dir="5400000" algn="t" rotWithShape="0">
              <a:prstClr val="black">
                <a:alpha val="40000"/>
              </a:prstClr>
            </a:outerShdw>
          </a:effectLst>
        </p:spPr>
        <p:txBody>
          <a:bodyPr/>
          <a:lstStyle/>
          <a:p>
            <a:r>
              <a:rPr lang="en-US" b="1" dirty="0"/>
              <a:t>DATA CLEANING PROCESS</a:t>
            </a:r>
          </a:p>
        </p:txBody>
      </p:sp>
      <p:graphicFrame>
        <p:nvGraphicFramePr>
          <p:cNvPr id="7" name="Content Placeholder 6">
            <a:extLst>
              <a:ext uri="{FF2B5EF4-FFF2-40B4-BE49-F238E27FC236}">
                <a16:creationId xmlns:a16="http://schemas.microsoft.com/office/drawing/2014/main" id="{B42241AD-485D-A932-82D1-6EAEBC737253}"/>
              </a:ext>
            </a:extLst>
          </p:cNvPr>
          <p:cNvGraphicFramePr>
            <a:graphicFrameLocks noGrp="1"/>
          </p:cNvGraphicFramePr>
          <p:nvPr>
            <p:ph idx="1"/>
            <p:extLst>
              <p:ext uri="{D42A27DB-BD31-4B8C-83A1-F6EECF244321}">
                <p14:modId xmlns:p14="http://schemas.microsoft.com/office/powerpoint/2010/main" val="786933926"/>
              </p:ext>
            </p:extLst>
          </p:nvPr>
        </p:nvGraphicFramePr>
        <p:xfrm>
          <a:off x="1024811" y="2097088"/>
          <a:ext cx="9905999" cy="35417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8916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02CF0-F0A1-B331-D781-7E0751657BB8}"/>
              </a:ext>
            </a:extLst>
          </p:cNvPr>
          <p:cNvSpPr>
            <a:spLocks noGrp="1"/>
          </p:cNvSpPr>
          <p:nvPr>
            <p:ph type="title"/>
          </p:nvPr>
        </p:nvSpPr>
        <p:spPr>
          <a:xfrm>
            <a:off x="1141412" y="0"/>
            <a:ext cx="9905998" cy="1478570"/>
          </a:xfrm>
          <a:effectLst>
            <a:outerShdw blurRad="50800" dist="38100" dir="5400000" algn="t" rotWithShape="0">
              <a:prstClr val="black">
                <a:alpha val="40000"/>
              </a:prstClr>
            </a:outerShdw>
          </a:effectLst>
        </p:spPr>
        <p:txBody>
          <a:bodyPr/>
          <a:lstStyle/>
          <a:p>
            <a:r>
              <a:rPr lang="en-IN" b="1" dirty="0"/>
              <a:t>Exploratory data analysis</a:t>
            </a:r>
            <a:endParaRPr lang="en-US" b="1" dirty="0"/>
          </a:p>
        </p:txBody>
      </p:sp>
      <p:sp>
        <p:nvSpPr>
          <p:cNvPr id="3" name="Content Placeholder 2">
            <a:extLst>
              <a:ext uri="{FF2B5EF4-FFF2-40B4-BE49-F238E27FC236}">
                <a16:creationId xmlns:a16="http://schemas.microsoft.com/office/drawing/2014/main" id="{C6176590-C5C4-52B3-713F-E23415DC4A6D}"/>
              </a:ext>
            </a:extLst>
          </p:cNvPr>
          <p:cNvSpPr>
            <a:spLocks noGrp="1"/>
          </p:cNvSpPr>
          <p:nvPr>
            <p:ph idx="1"/>
          </p:nvPr>
        </p:nvSpPr>
        <p:spPr>
          <a:xfrm>
            <a:off x="1141413" y="1347360"/>
            <a:ext cx="5087553" cy="5354149"/>
          </a:xfrm>
        </p:spPr>
        <p:txBody>
          <a:bodyPr>
            <a:normAutofit fontScale="70000" lnSpcReduction="20000"/>
          </a:bodyPr>
          <a:lstStyle/>
          <a:p>
            <a:pPr marL="0" indent="0">
              <a:buNone/>
            </a:pPr>
            <a:r>
              <a:rPr lang="en-IN" dirty="0"/>
              <a:t>We have used the following datasets and features for our analysis:</a:t>
            </a:r>
          </a:p>
          <a:p>
            <a:pPr marL="457200" indent="-457200">
              <a:buAutoNum type="arabicPeriod"/>
            </a:pPr>
            <a:r>
              <a:rPr lang="en-IN" dirty="0"/>
              <a:t>Commits</a:t>
            </a:r>
          </a:p>
          <a:p>
            <a:pPr marL="914400" lvl="1" indent="-457200">
              <a:buAutoNum type="arabicPeriod"/>
            </a:pPr>
            <a:r>
              <a:rPr lang="en-IN" dirty="0" err="1"/>
              <a:t>repo_name</a:t>
            </a:r>
            <a:r>
              <a:rPr lang="en-IN" dirty="0"/>
              <a:t> – array column containing repository name</a:t>
            </a:r>
          </a:p>
          <a:p>
            <a:pPr marL="914400" lvl="1" indent="-457200">
              <a:buAutoNum type="arabicPeriod"/>
            </a:pPr>
            <a:r>
              <a:rPr lang="en-IN" dirty="0"/>
              <a:t>Author – array column containing details about the committer more importantly containing name and date columns.</a:t>
            </a:r>
          </a:p>
          <a:p>
            <a:pPr marL="914400" lvl="1" indent="-457200">
              <a:buAutoNum type="arabicPeriod"/>
            </a:pPr>
            <a:r>
              <a:rPr lang="en-IN" dirty="0"/>
              <a:t>Subject – string column with subject</a:t>
            </a:r>
          </a:p>
          <a:p>
            <a:pPr marL="914400" lvl="1" indent="-457200">
              <a:buAutoNum type="arabicPeriod"/>
            </a:pPr>
            <a:r>
              <a:rPr lang="en-IN" dirty="0"/>
              <a:t>Message – string column with message</a:t>
            </a:r>
          </a:p>
          <a:p>
            <a:pPr marL="914400" lvl="1" indent="-457200">
              <a:buAutoNum type="arabicPeriod"/>
            </a:pPr>
            <a:r>
              <a:rPr lang="en-IN" dirty="0"/>
              <a:t>Year – string column derived from </a:t>
            </a:r>
            <a:r>
              <a:rPr lang="en-IN" dirty="0" err="1"/>
              <a:t>author.date.seconds</a:t>
            </a:r>
            <a:r>
              <a:rPr lang="en-IN" dirty="0"/>
              <a:t> which will be used for timeline analysis</a:t>
            </a:r>
          </a:p>
          <a:p>
            <a:pPr marL="457200" indent="-457200">
              <a:buFont typeface="+mj-lt"/>
              <a:buAutoNum type="arabicPeriod"/>
            </a:pPr>
            <a:r>
              <a:rPr lang="en-IN" dirty="0"/>
              <a:t>Languages </a:t>
            </a:r>
          </a:p>
          <a:p>
            <a:pPr marL="914400" lvl="1" indent="-457200">
              <a:buFont typeface="+mj-lt"/>
              <a:buAutoNum type="arabicPeriod"/>
            </a:pPr>
            <a:r>
              <a:rPr lang="en-IN" dirty="0" err="1"/>
              <a:t>Repo_name</a:t>
            </a:r>
            <a:r>
              <a:rPr lang="en-IN" dirty="0"/>
              <a:t> – string column containing repository name</a:t>
            </a:r>
          </a:p>
          <a:p>
            <a:pPr marL="914400" lvl="1" indent="-457200">
              <a:buFont typeface="+mj-lt"/>
              <a:buAutoNum type="arabicPeriod"/>
            </a:pPr>
            <a:r>
              <a:rPr lang="en-IN" dirty="0"/>
              <a:t>Languages – array column containing details about languages and information about size of commits</a:t>
            </a:r>
          </a:p>
          <a:p>
            <a:pPr marL="457200" indent="-457200">
              <a:buFont typeface="+mj-lt"/>
              <a:buAutoNum type="arabicPeriod"/>
            </a:pPr>
            <a:r>
              <a:rPr lang="en-IN" dirty="0"/>
              <a:t>Licenses</a:t>
            </a:r>
          </a:p>
          <a:p>
            <a:pPr marL="914400" lvl="1" indent="-457200">
              <a:buFont typeface="+mj-lt"/>
              <a:buAutoNum type="arabicPeriod"/>
            </a:pPr>
            <a:r>
              <a:rPr lang="en-IN" dirty="0" err="1"/>
              <a:t>Repo_name</a:t>
            </a:r>
            <a:r>
              <a:rPr lang="en-IN" dirty="0"/>
              <a:t> – string column containing repository name</a:t>
            </a:r>
          </a:p>
          <a:p>
            <a:pPr marL="914400" lvl="1" indent="-457200">
              <a:buFont typeface="+mj-lt"/>
              <a:buAutoNum type="arabicPeriod"/>
            </a:pPr>
            <a:r>
              <a:rPr lang="en-IN" dirty="0"/>
              <a:t>License – string column containing license name</a:t>
            </a:r>
          </a:p>
          <a:p>
            <a:pPr marL="457200" lvl="1" indent="0">
              <a:buNone/>
            </a:pPr>
            <a:endParaRPr lang="en-IN" dirty="0"/>
          </a:p>
          <a:p>
            <a:pPr marL="914400" lvl="1" indent="-457200">
              <a:buAutoNum type="arabicPeriod"/>
            </a:pPr>
            <a:endParaRPr lang="en-US" dirty="0"/>
          </a:p>
        </p:txBody>
      </p:sp>
      <p:sp>
        <p:nvSpPr>
          <p:cNvPr id="10" name="Rectangle: Rounded Corners 9">
            <a:extLst>
              <a:ext uri="{FF2B5EF4-FFF2-40B4-BE49-F238E27FC236}">
                <a16:creationId xmlns:a16="http://schemas.microsoft.com/office/drawing/2014/main" id="{259B9820-41E4-60A1-7355-B7720732F6AB}"/>
              </a:ext>
            </a:extLst>
          </p:cNvPr>
          <p:cNvSpPr/>
          <p:nvPr/>
        </p:nvSpPr>
        <p:spPr>
          <a:xfrm>
            <a:off x="7810488" y="865305"/>
            <a:ext cx="3362514" cy="5836204"/>
          </a:xfrm>
          <a:prstGeom prst="roundRect">
            <a:avLst/>
          </a:prstGeom>
          <a:solidFill>
            <a:schemeClr val="tx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96514F13-C4D5-F5CD-6E2D-1561E82762C4}"/>
              </a:ext>
            </a:extLst>
          </p:cNvPr>
          <p:cNvPicPr>
            <a:picLocks noChangeAspect="1"/>
          </p:cNvPicPr>
          <p:nvPr/>
        </p:nvPicPr>
        <p:blipFill>
          <a:blip r:embed="rId2"/>
          <a:stretch>
            <a:fillRect/>
          </a:stretch>
        </p:blipFill>
        <p:spPr>
          <a:xfrm>
            <a:off x="8268147" y="1090758"/>
            <a:ext cx="2447195" cy="2081640"/>
          </a:xfrm>
          <a:prstGeom prst="rect">
            <a:avLst/>
          </a:prstGeom>
          <a:ln>
            <a:solidFill>
              <a:schemeClr val="bg1"/>
            </a:solidFill>
          </a:ln>
        </p:spPr>
      </p:pic>
      <p:pic>
        <p:nvPicPr>
          <p:cNvPr id="13" name="Picture 12">
            <a:extLst>
              <a:ext uri="{FF2B5EF4-FFF2-40B4-BE49-F238E27FC236}">
                <a16:creationId xmlns:a16="http://schemas.microsoft.com/office/drawing/2014/main" id="{8F764932-8BA1-2F33-729E-28C896672F8B}"/>
              </a:ext>
            </a:extLst>
          </p:cNvPr>
          <p:cNvPicPr>
            <a:picLocks noChangeAspect="1"/>
          </p:cNvPicPr>
          <p:nvPr/>
        </p:nvPicPr>
        <p:blipFill>
          <a:blip r:embed="rId3"/>
          <a:stretch>
            <a:fillRect/>
          </a:stretch>
        </p:blipFill>
        <p:spPr>
          <a:xfrm>
            <a:off x="8210132" y="3960085"/>
            <a:ext cx="2563217" cy="1693828"/>
          </a:xfrm>
          <a:prstGeom prst="rect">
            <a:avLst/>
          </a:prstGeom>
          <a:ln>
            <a:solidFill>
              <a:schemeClr val="bg1"/>
            </a:solidFill>
          </a:ln>
        </p:spPr>
      </p:pic>
      <p:sp>
        <p:nvSpPr>
          <p:cNvPr id="14" name="TextBox 13">
            <a:extLst>
              <a:ext uri="{FF2B5EF4-FFF2-40B4-BE49-F238E27FC236}">
                <a16:creationId xmlns:a16="http://schemas.microsoft.com/office/drawing/2014/main" id="{ADC6E577-6591-320E-CB8B-A7DEBDCD814B}"/>
              </a:ext>
            </a:extLst>
          </p:cNvPr>
          <p:cNvSpPr txBox="1"/>
          <p:nvPr/>
        </p:nvSpPr>
        <p:spPr>
          <a:xfrm>
            <a:off x="7921209" y="3198349"/>
            <a:ext cx="3141069" cy="646331"/>
          </a:xfrm>
          <a:prstGeom prst="rect">
            <a:avLst/>
          </a:prstGeom>
          <a:noFill/>
        </p:spPr>
        <p:txBody>
          <a:bodyPr wrap="square" rtlCol="0">
            <a:spAutoFit/>
          </a:bodyPr>
          <a:lstStyle/>
          <a:p>
            <a:pPr algn="ctr"/>
            <a:r>
              <a:rPr lang="en-IN" dirty="0">
                <a:solidFill>
                  <a:schemeClr val="bg1"/>
                </a:solidFill>
              </a:rPr>
              <a:t>Initial count of all variables before cleaning</a:t>
            </a:r>
            <a:endParaRPr lang="en-US" dirty="0">
              <a:solidFill>
                <a:schemeClr val="bg1"/>
              </a:solidFill>
            </a:endParaRPr>
          </a:p>
        </p:txBody>
      </p:sp>
      <p:sp>
        <p:nvSpPr>
          <p:cNvPr id="15" name="TextBox 14">
            <a:extLst>
              <a:ext uri="{FF2B5EF4-FFF2-40B4-BE49-F238E27FC236}">
                <a16:creationId xmlns:a16="http://schemas.microsoft.com/office/drawing/2014/main" id="{F8C53751-9963-FE2C-E68B-DBB8EC997AF6}"/>
              </a:ext>
            </a:extLst>
          </p:cNvPr>
          <p:cNvSpPr txBox="1"/>
          <p:nvPr/>
        </p:nvSpPr>
        <p:spPr>
          <a:xfrm>
            <a:off x="7699763" y="5669529"/>
            <a:ext cx="3583957" cy="646331"/>
          </a:xfrm>
          <a:prstGeom prst="rect">
            <a:avLst/>
          </a:prstGeom>
          <a:noFill/>
        </p:spPr>
        <p:txBody>
          <a:bodyPr wrap="square" rtlCol="0">
            <a:spAutoFit/>
          </a:bodyPr>
          <a:lstStyle/>
          <a:p>
            <a:pPr algn="ctr"/>
            <a:r>
              <a:rPr lang="en-IN" dirty="0">
                <a:solidFill>
                  <a:schemeClr val="bg1"/>
                </a:solidFill>
              </a:rPr>
              <a:t>Final count of all variables after cleaning and preprocessing</a:t>
            </a:r>
            <a:endParaRPr lang="en-US" dirty="0">
              <a:solidFill>
                <a:schemeClr val="bg1"/>
              </a:solidFill>
            </a:endParaRPr>
          </a:p>
        </p:txBody>
      </p:sp>
    </p:spTree>
    <p:extLst>
      <p:ext uri="{BB962C8B-B14F-4D97-AF65-F5344CB8AC3E}">
        <p14:creationId xmlns:p14="http://schemas.microsoft.com/office/powerpoint/2010/main" val="2382522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C5F48-7FB1-679A-CFB7-587C428CA2B9}"/>
              </a:ext>
            </a:extLst>
          </p:cNvPr>
          <p:cNvSpPr>
            <a:spLocks noGrp="1"/>
          </p:cNvSpPr>
          <p:nvPr>
            <p:ph type="title"/>
          </p:nvPr>
        </p:nvSpPr>
        <p:spPr>
          <a:xfrm>
            <a:off x="1143001" y="0"/>
            <a:ext cx="9905998" cy="1007764"/>
          </a:xfrm>
          <a:effectLst>
            <a:outerShdw blurRad="50800" dist="38100" dir="5400000" algn="t" rotWithShape="0">
              <a:prstClr val="black">
                <a:alpha val="40000"/>
              </a:prstClr>
            </a:outerShdw>
          </a:effectLst>
        </p:spPr>
        <p:txBody>
          <a:bodyPr/>
          <a:lstStyle/>
          <a:p>
            <a:r>
              <a:rPr lang="en-US" b="1" dirty="0"/>
              <a:t>Timeline analysis of commits</a:t>
            </a:r>
          </a:p>
        </p:txBody>
      </p:sp>
      <p:sp>
        <p:nvSpPr>
          <p:cNvPr id="3" name="Content Placeholder 2">
            <a:extLst>
              <a:ext uri="{FF2B5EF4-FFF2-40B4-BE49-F238E27FC236}">
                <a16:creationId xmlns:a16="http://schemas.microsoft.com/office/drawing/2014/main" id="{9A965C74-4467-C58C-31CE-216E9180967D}"/>
              </a:ext>
            </a:extLst>
          </p:cNvPr>
          <p:cNvSpPr>
            <a:spLocks noGrp="1"/>
          </p:cNvSpPr>
          <p:nvPr>
            <p:ph idx="1"/>
          </p:nvPr>
        </p:nvSpPr>
        <p:spPr>
          <a:xfrm>
            <a:off x="852580" y="3810432"/>
            <a:ext cx="5505262" cy="2763906"/>
          </a:xfrm>
        </p:spPr>
        <p:txBody>
          <a:bodyPr>
            <a:normAutofit fontScale="92500"/>
          </a:bodyPr>
          <a:lstStyle/>
          <a:p>
            <a:pPr marL="0" indent="0" algn="just">
              <a:lnSpc>
                <a:spcPct val="110000"/>
              </a:lnSpc>
              <a:buNone/>
            </a:pPr>
            <a:r>
              <a:rPr lang="en-US" sz="1400" dirty="0"/>
              <a:t>The graph displays the day-wise distribution of commits from 2008 to 2022, highlighting significant trends. We have filtered out years prior to 2008 as GitHub was founded in 2008 and also years after 2022 as there is not enough significant data for analysis. Red points represent spikes, which indicate unusually high commit activity, while green points represent valleys, indicating periods of significantly low activity.</a:t>
            </a:r>
          </a:p>
          <a:p>
            <a:pPr marL="0" indent="0" algn="just">
              <a:lnSpc>
                <a:spcPct val="110000"/>
              </a:lnSpc>
              <a:buNone/>
            </a:pPr>
            <a:r>
              <a:rPr lang="en-US" sz="1400" dirty="0"/>
              <a:t>To identify spikes and valleys, a 30-day rolling window was applied to the commit data. The mean and standard deviation for each rolling period were calculated. Commits exceeding two standard deviations above the mean were classified as spikes, while commits falling below two standard deviations were classified as valleys. This method helps pinpoint periods of anomalous activity.</a:t>
            </a:r>
          </a:p>
        </p:txBody>
      </p:sp>
      <p:sp>
        <p:nvSpPr>
          <p:cNvPr id="8" name="TextBox 7">
            <a:extLst>
              <a:ext uri="{FF2B5EF4-FFF2-40B4-BE49-F238E27FC236}">
                <a16:creationId xmlns:a16="http://schemas.microsoft.com/office/drawing/2014/main" id="{05E8F86F-5F20-B85E-86A2-A6B853F35F04}"/>
              </a:ext>
            </a:extLst>
          </p:cNvPr>
          <p:cNvSpPr txBox="1"/>
          <p:nvPr/>
        </p:nvSpPr>
        <p:spPr>
          <a:xfrm>
            <a:off x="6671644" y="3810432"/>
            <a:ext cx="4909530" cy="2893100"/>
          </a:xfrm>
          <a:prstGeom prst="rect">
            <a:avLst/>
          </a:prstGeom>
          <a:noFill/>
        </p:spPr>
        <p:txBody>
          <a:bodyPr wrap="square" rtlCol="0">
            <a:spAutoFit/>
          </a:bodyPr>
          <a:lstStyle/>
          <a:p>
            <a:pPr algn="just"/>
            <a:r>
              <a:rPr lang="en-US" sz="1400" dirty="0"/>
              <a:t>We have also visualized the year-wise distribution of commits for the same time period as depicted above.</a:t>
            </a:r>
          </a:p>
          <a:p>
            <a:pPr algn="just"/>
            <a:endParaRPr lang="en-US" sz="1400" dirty="0"/>
          </a:p>
          <a:p>
            <a:pPr algn="just"/>
            <a:r>
              <a:rPr lang="en-US" sz="1400" dirty="0"/>
              <a:t>The number of yearly commits shows an upward trend, peaking around 2014, 2015, and 2016. This period coincides with the surge in AI development, cloud computing, and big data technologies, fostering increased project collaboration among developers and driving innovation in new technologies.</a:t>
            </a:r>
          </a:p>
          <a:p>
            <a:pPr algn="just"/>
            <a:endParaRPr lang="en-US" sz="1400" dirty="0"/>
          </a:p>
          <a:p>
            <a:pPr algn="just"/>
            <a:r>
              <a:rPr lang="en-US" sz="1400" dirty="0"/>
              <a:t>However, commits start declining sharply from 2019 onward. This decline may be linked to the COVID-19 pandemic in 2020, which disrupted work patterns and slowed technological progress across industries.</a:t>
            </a:r>
          </a:p>
        </p:txBody>
      </p:sp>
      <p:sp>
        <p:nvSpPr>
          <p:cNvPr id="9" name="Rectangle: Rounded Corners 8">
            <a:extLst>
              <a:ext uri="{FF2B5EF4-FFF2-40B4-BE49-F238E27FC236}">
                <a16:creationId xmlns:a16="http://schemas.microsoft.com/office/drawing/2014/main" id="{004060B1-3BA4-372A-EAF6-F5DA998D8778}"/>
              </a:ext>
            </a:extLst>
          </p:cNvPr>
          <p:cNvSpPr/>
          <p:nvPr/>
        </p:nvSpPr>
        <p:spPr>
          <a:xfrm>
            <a:off x="247591" y="830149"/>
            <a:ext cx="11645746" cy="2710850"/>
          </a:xfrm>
          <a:prstGeom prst="roundRect">
            <a:avLst/>
          </a:prstGeom>
          <a:solidFill>
            <a:schemeClr val="tx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F8F1F16-0C88-DD46-927E-DBF816161C3E}"/>
              </a:ext>
            </a:extLst>
          </p:cNvPr>
          <p:cNvPicPr>
            <a:picLocks noChangeAspect="1"/>
          </p:cNvPicPr>
          <p:nvPr/>
        </p:nvPicPr>
        <p:blipFill>
          <a:blip r:embed="rId3"/>
          <a:stretch>
            <a:fillRect/>
          </a:stretch>
        </p:blipFill>
        <p:spPr>
          <a:xfrm>
            <a:off x="484048" y="967245"/>
            <a:ext cx="5637637" cy="2424100"/>
          </a:xfrm>
          <a:prstGeom prst="rect">
            <a:avLst/>
          </a:prstGeom>
          <a:ln>
            <a:noFill/>
          </a:ln>
          <a:effectLst/>
          <a:scene3d>
            <a:camera prst="orthographicFront">
              <a:rot lat="0" lon="0" rev="0"/>
            </a:camera>
            <a:lightRig rig="contrasting" dir="t">
              <a:rot lat="0" lon="0" rev="7800000"/>
            </a:lightRig>
          </a:scene3d>
          <a:sp3d>
            <a:bevelT w="139700" h="139700"/>
          </a:sp3d>
        </p:spPr>
      </p:pic>
      <p:pic>
        <p:nvPicPr>
          <p:cNvPr id="11" name="Picture 10">
            <a:extLst>
              <a:ext uri="{FF2B5EF4-FFF2-40B4-BE49-F238E27FC236}">
                <a16:creationId xmlns:a16="http://schemas.microsoft.com/office/drawing/2014/main" id="{5B47DA41-7829-946E-B614-D32A168231B9}"/>
              </a:ext>
            </a:extLst>
          </p:cNvPr>
          <p:cNvPicPr>
            <a:picLocks noChangeAspect="1"/>
          </p:cNvPicPr>
          <p:nvPr/>
        </p:nvPicPr>
        <p:blipFill>
          <a:blip r:embed="rId4"/>
          <a:stretch>
            <a:fillRect/>
          </a:stretch>
        </p:blipFill>
        <p:spPr>
          <a:xfrm>
            <a:off x="6532038" y="967244"/>
            <a:ext cx="5049136" cy="2424101"/>
          </a:xfrm>
          <a:prstGeom prst="rect">
            <a:avLst/>
          </a:prstGeom>
        </p:spPr>
      </p:pic>
    </p:spTree>
    <p:extLst>
      <p:ext uri="{BB962C8B-B14F-4D97-AF65-F5344CB8AC3E}">
        <p14:creationId xmlns:p14="http://schemas.microsoft.com/office/powerpoint/2010/main" val="1368110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3F55E-DD7C-8DBE-2FD8-BD0D848B1706}"/>
              </a:ext>
            </a:extLst>
          </p:cNvPr>
          <p:cNvSpPr>
            <a:spLocks noGrp="1"/>
          </p:cNvSpPr>
          <p:nvPr>
            <p:ph type="title"/>
          </p:nvPr>
        </p:nvSpPr>
        <p:spPr>
          <a:xfrm>
            <a:off x="6032584" y="181773"/>
            <a:ext cx="5277746" cy="1548836"/>
          </a:xfrm>
          <a:effectLst>
            <a:outerShdw blurRad="50800" dist="38100" dir="5400000" algn="t" rotWithShape="0">
              <a:prstClr val="black">
                <a:alpha val="40000"/>
              </a:prstClr>
            </a:outerShdw>
          </a:effectLst>
        </p:spPr>
        <p:txBody>
          <a:bodyPr>
            <a:normAutofit/>
          </a:bodyPr>
          <a:lstStyle/>
          <a:p>
            <a:r>
              <a:rPr lang="en-US" sz="3200" b="1" dirty="0"/>
              <a:t>PROGRAMMING LANGUAGE TRENDS</a:t>
            </a:r>
          </a:p>
        </p:txBody>
      </p:sp>
      <p:sp>
        <p:nvSpPr>
          <p:cNvPr id="3" name="Content Placeholder 2">
            <a:extLst>
              <a:ext uri="{FF2B5EF4-FFF2-40B4-BE49-F238E27FC236}">
                <a16:creationId xmlns:a16="http://schemas.microsoft.com/office/drawing/2014/main" id="{5A6BE092-8746-18A7-C098-55DE94A459BF}"/>
              </a:ext>
            </a:extLst>
          </p:cNvPr>
          <p:cNvSpPr>
            <a:spLocks noGrp="1"/>
          </p:cNvSpPr>
          <p:nvPr>
            <p:ph idx="1"/>
          </p:nvPr>
        </p:nvSpPr>
        <p:spPr>
          <a:xfrm>
            <a:off x="6096000" y="1632419"/>
            <a:ext cx="5782900" cy="5002275"/>
          </a:xfrm>
        </p:spPr>
        <p:txBody>
          <a:bodyPr anchor="t">
            <a:normAutofit lnSpcReduction="10000"/>
          </a:bodyPr>
          <a:lstStyle/>
          <a:p>
            <a:pPr>
              <a:lnSpc>
                <a:spcPct val="100000"/>
              </a:lnSpc>
            </a:pPr>
            <a:r>
              <a:rPr lang="en-US" sz="1600" b="1" dirty="0"/>
              <a:t>Grouping by Total Bytes Committed:</a:t>
            </a:r>
            <a:r>
              <a:rPr lang="en-US" sz="1600" dirty="0"/>
              <a:t> This analysis focused on programming language trends by aggregating the total bytes of code committed for each language across repositories, providing a measure of their relative usage and popularity. For visualization purposes, the log of the total bytes was used to effectively represent programming language trends and handle the wide range of values.</a:t>
            </a:r>
          </a:p>
          <a:p>
            <a:pPr>
              <a:lnSpc>
                <a:spcPct val="100000"/>
              </a:lnSpc>
            </a:pPr>
            <a:r>
              <a:rPr lang="en-US" sz="1600" b="1" dirty="0"/>
              <a:t>Top Languages Identified:</a:t>
            </a:r>
            <a:r>
              <a:rPr lang="en-US" sz="1600" dirty="0"/>
              <a:t> The top five programming languages, based on the total bytes of code committed to GitHub, were C, JavaScript, C++, PHP, and HTML, highlighting their dominance in the coding landscape.</a:t>
            </a:r>
          </a:p>
          <a:p>
            <a:pPr>
              <a:lnSpc>
                <a:spcPct val="100000"/>
              </a:lnSpc>
            </a:pPr>
            <a:r>
              <a:rPr lang="en-US" sz="1600" b="1" dirty="0"/>
              <a:t>Trends Over Time:</a:t>
            </a:r>
            <a:r>
              <a:rPr lang="en-US" sz="1600" dirty="0"/>
              <a:t> C emerged as the most consistently popular programming language throughout the entire analysis period, while JavaScript, C#, and CSS gained popularity steadily until they peaked around 2014–2015.</a:t>
            </a:r>
          </a:p>
          <a:p>
            <a:pPr>
              <a:lnSpc>
                <a:spcPct val="100000"/>
              </a:lnSpc>
            </a:pPr>
            <a:r>
              <a:rPr lang="en-US" sz="1600" b="1" dirty="0"/>
              <a:t>Post-2016 Decline:</a:t>
            </a:r>
            <a:r>
              <a:rPr lang="en-US" sz="1600" dirty="0"/>
              <a:t> A significant decrease in the popularity and volume of commits was observed for all programming languages after 2016, reflecting a shift in programming activity or repository contributions.</a:t>
            </a:r>
            <a:endParaRPr lang="en-US" sz="2000" dirty="0"/>
          </a:p>
        </p:txBody>
      </p:sp>
      <p:sp>
        <p:nvSpPr>
          <p:cNvPr id="9" name="Rectangle: Rounded Corners 8">
            <a:extLst>
              <a:ext uri="{FF2B5EF4-FFF2-40B4-BE49-F238E27FC236}">
                <a16:creationId xmlns:a16="http://schemas.microsoft.com/office/drawing/2014/main" id="{B314AF32-2FE0-5439-D1D0-346BDDB7FA4E}"/>
              </a:ext>
            </a:extLst>
          </p:cNvPr>
          <p:cNvSpPr/>
          <p:nvPr/>
        </p:nvSpPr>
        <p:spPr>
          <a:xfrm>
            <a:off x="800713" y="398663"/>
            <a:ext cx="4759330" cy="6170901"/>
          </a:xfrm>
          <a:prstGeom prst="roundRect">
            <a:avLst/>
          </a:prstGeom>
          <a:solidFill>
            <a:schemeClr val="tx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a:extLst>
              <a:ext uri="{FF2B5EF4-FFF2-40B4-BE49-F238E27FC236}">
                <a16:creationId xmlns:a16="http://schemas.microsoft.com/office/drawing/2014/main" id="{800DB0D4-0ADA-C3AE-7989-DABC58912F4E}"/>
              </a:ext>
            </a:extLst>
          </p:cNvPr>
          <p:cNvPicPr>
            <a:picLocks noChangeAspect="1"/>
          </p:cNvPicPr>
          <p:nvPr/>
        </p:nvPicPr>
        <p:blipFill>
          <a:blip r:embed="rId4"/>
          <a:stretch>
            <a:fillRect/>
          </a:stretch>
        </p:blipFill>
        <p:spPr>
          <a:xfrm>
            <a:off x="1155633" y="657462"/>
            <a:ext cx="4049490" cy="2771538"/>
          </a:xfrm>
          <a:prstGeom prst="rect">
            <a:avLst/>
          </a:prstGeom>
          <a:ln>
            <a:solidFill>
              <a:schemeClr val="tx1"/>
            </a:solidFill>
          </a:ln>
        </p:spPr>
      </p:pic>
      <p:pic>
        <p:nvPicPr>
          <p:cNvPr id="92" name="Picture 91">
            <a:extLst>
              <a:ext uri="{FF2B5EF4-FFF2-40B4-BE49-F238E27FC236}">
                <a16:creationId xmlns:a16="http://schemas.microsoft.com/office/drawing/2014/main" id="{32D307D2-61FD-DA04-E19B-AE88C9DDB546}"/>
              </a:ext>
            </a:extLst>
          </p:cNvPr>
          <p:cNvPicPr>
            <a:picLocks noChangeAspect="1"/>
          </p:cNvPicPr>
          <p:nvPr/>
        </p:nvPicPr>
        <p:blipFill>
          <a:blip r:embed="rId5"/>
          <a:stretch>
            <a:fillRect/>
          </a:stretch>
        </p:blipFill>
        <p:spPr>
          <a:xfrm>
            <a:off x="1155633" y="3714845"/>
            <a:ext cx="4049490" cy="2699660"/>
          </a:xfrm>
          <a:prstGeom prst="rect">
            <a:avLst/>
          </a:prstGeom>
          <a:ln>
            <a:solidFill>
              <a:schemeClr val="tx1"/>
            </a:solidFill>
          </a:ln>
        </p:spPr>
      </p:pic>
    </p:spTree>
    <p:extLst>
      <p:ext uri="{BB962C8B-B14F-4D97-AF65-F5344CB8AC3E}">
        <p14:creationId xmlns:p14="http://schemas.microsoft.com/office/powerpoint/2010/main" val="483939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F95D5-44CB-D8DA-B7EE-B20E753A9E72}"/>
              </a:ext>
            </a:extLst>
          </p:cNvPr>
          <p:cNvSpPr>
            <a:spLocks noGrp="1"/>
          </p:cNvSpPr>
          <p:nvPr>
            <p:ph type="title"/>
          </p:nvPr>
        </p:nvSpPr>
        <p:spPr>
          <a:xfrm>
            <a:off x="1141412" y="-1"/>
            <a:ext cx="9905998" cy="1066799"/>
          </a:xfrm>
          <a:effectLst>
            <a:outerShdw blurRad="50800" dist="38100" dir="5400000" algn="t" rotWithShape="0">
              <a:prstClr val="black">
                <a:alpha val="40000"/>
              </a:prstClr>
            </a:outerShdw>
          </a:effectLst>
        </p:spPr>
        <p:txBody>
          <a:bodyPr/>
          <a:lstStyle/>
          <a:p>
            <a:r>
              <a:rPr lang="en-US" b="1" dirty="0"/>
              <a:t>License distribution and analysis</a:t>
            </a:r>
          </a:p>
        </p:txBody>
      </p:sp>
      <p:sp>
        <p:nvSpPr>
          <p:cNvPr id="3" name="Content Placeholder 2">
            <a:extLst>
              <a:ext uri="{FF2B5EF4-FFF2-40B4-BE49-F238E27FC236}">
                <a16:creationId xmlns:a16="http://schemas.microsoft.com/office/drawing/2014/main" id="{83B3EF7E-531E-E83C-FB41-2C0FF25E61F6}"/>
              </a:ext>
            </a:extLst>
          </p:cNvPr>
          <p:cNvSpPr>
            <a:spLocks noGrp="1"/>
          </p:cNvSpPr>
          <p:nvPr>
            <p:ph idx="1"/>
          </p:nvPr>
        </p:nvSpPr>
        <p:spPr>
          <a:xfrm>
            <a:off x="1141412" y="1138706"/>
            <a:ext cx="4680035" cy="5519844"/>
          </a:xfrm>
        </p:spPr>
        <p:txBody>
          <a:bodyPr>
            <a:noAutofit/>
          </a:bodyPr>
          <a:lstStyle/>
          <a:p>
            <a:pPr algn="just">
              <a:lnSpc>
                <a:spcPct val="100000"/>
              </a:lnSpc>
            </a:pPr>
            <a:r>
              <a:rPr lang="en-US" sz="1600" b="1" dirty="0"/>
              <a:t>Analysis of Popular Licenses:</a:t>
            </a:r>
            <a:r>
              <a:rPr lang="en-US" sz="1600" dirty="0"/>
              <a:t> This study analyzed the most widely used licenses by examining the number of repositories each license is associated with. From this analysis, the top five most popular licenses emerged as MIT, Apache-2.0, GPL-3.0, GPL-2.0, and BSD-3-Clause.</a:t>
            </a:r>
          </a:p>
          <a:p>
            <a:pPr algn="just">
              <a:lnSpc>
                <a:spcPct val="100000"/>
              </a:lnSpc>
            </a:pPr>
            <a:r>
              <a:rPr lang="en-US" sz="1600" b="1" dirty="0"/>
              <a:t>License-Specific Language Trends:</a:t>
            </a:r>
            <a:r>
              <a:rPr lang="en-US" sz="1600" dirty="0"/>
              <a:t> A deeper exploration revealed that certain programming languages are more prevalent under specific licenses. For instance, repositories using the MIT license predominantly feature JavaScript as the leading language, followed by HTML and CSS. This suggests that the MIT license is heavily favored in web development projects.</a:t>
            </a:r>
          </a:p>
          <a:p>
            <a:pPr algn="just">
              <a:lnSpc>
                <a:spcPct val="100000"/>
              </a:lnSpc>
            </a:pPr>
            <a:r>
              <a:rPr lang="en-US" sz="1600" b="1" dirty="0"/>
              <a:t>Dominance of Specific Languages:</a:t>
            </a:r>
            <a:r>
              <a:rPr lang="en-US" sz="1600" dirty="0"/>
              <a:t> Among the top 10 licenses analyzed, half were characterized by one or two dominant programming languages, indicating a strong association between specific licenses and particular types of development activities</a:t>
            </a:r>
          </a:p>
        </p:txBody>
      </p:sp>
      <p:sp>
        <p:nvSpPr>
          <p:cNvPr id="8" name="Rectangle: Rounded Corners 7">
            <a:extLst>
              <a:ext uri="{FF2B5EF4-FFF2-40B4-BE49-F238E27FC236}">
                <a16:creationId xmlns:a16="http://schemas.microsoft.com/office/drawing/2014/main" id="{8FDD2336-9178-39E9-B960-C73560721662}"/>
              </a:ext>
            </a:extLst>
          </p:cNvPr>
          <p:cNvSpPr/>
          <p:nvPr/>
        </p:nvSpPr>
        <p:spPr>
          <a:xfrm>
            <a:off x="6836521" y="1066798"/>
            <a:ext cx="4504494" cy="5591752"/>
          </a:xfrm>
          <a:prstGeom prst="roundRect">
            <a:avLst/>
          </a:prstGeom>
          <a:solidFill>
            <a:schemeClr val="tx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8196A33-B122-C2F2-ABFC-65EDE2638D86}"/>
              </a:ext>
            </a:extLst>
          </p:cNvPr>
          <p:cNvPicPr>
            <a:picLocks noChangeAspect="1"/>
          </p:cNvPicPr>
          <p:nvPr/>
        </p:nvPicPr>
        <p:blipFill>
          <a:blip r:embed="rId2"/>
          <a:stretch>
            <a:fillRect/>
          </a:stretch>
        </p:blipFill>
        <p:spPr>
          <a:xfrm>
            <a:off x="7166150" y="1359249"/>
            <a:ext cx="3881260" cy="2443000"/>
          </a:xfrm>
          <a:prstGeom prst="rect">
            <a:avLst/>
          </a:prstGeom>
        </p:spPr>
      </p:pic>
      <p:pic>
        <p:nvPicPr>
          <p:cNvPr id="11" name="Picture 10">
            <a:extLst>
              <a:ext uri="{FF2B5EF4-FFF2-40B4-BE49-F238E27FC236}">
                <a16:creationId xmlns:a16="http://schemas.microsoft.com/office/drawing/2014/main" id="{7C5BB1F4-AEC8-D9EB-610B-056D2441B739}"/>
              </a:ext>
            </a:extLst>
          </p:cNvPr>
          <p:cNvPicPr>
            <a:picLocks noChangeAspect="1"/>
          </p:cNvPicPr>
          <p:nvPr/>
        </p:nvPicPr>
        <p:blipFill>
          <a:blip r:embed="rId3"/>
          <a:stretch>
            <a:fillRect/>
          </a:stretch>
        </p:blipFill>
        <p:spPr>
          <a:xfrm>
            <a:off x="7246679" y="4008899"/>
            <a:ext cx="3573714" cy="2443001"/>
          </a:xfrm>
          <a:prstGeom prst="rect">
            <a:avLst/>
          </a:prstGeom>
        </p:spPr>
      </p:pic>
    </p:spTree>
    <p:extLst>
      <p:ext uri="{BB962C8B-B14F-4D97-AF65-F5344CB8AC3E}">
        <p14:creationId xmlns:p14="http://schemas.microsoft.com/office/powerpoint/2010/main" val="2004422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AA4CA-6C86-3E57-0210-897DC43ADB09}"/>
              </a:ext>
            </a:extLst>
          </p:cNvPr>
          <p:cNvSpPr>
            <a:spLocks noGrp="1"/>
          </p:cNvSpPr>
          <p:nvPr>
            <p:ph type="title"/>
          </p:nvPr>
        </p:nvSpPr>
        <p:spPr>
          <a:xfrm>
            <a:off x="1141413" y="618518"/>
            <a:ext cx="9905998" cy="1478570"/>
          </a:xfrm>
          <a:effectLst>
            <a:outerShdw blurRad="50800" dist="38100" dir="5400000" algn="t" rotWithShape="0">
              <a:prstClr val="black">
                <a:alpha val="40000"/>
              </a:prstClr>
            </a:outerShdw>
          </a:effectLst>
        </p:spPr>
        <p:txBody>
          <a:bodyPr>
            <a:normAutofit/>
          </a:bodyPr>
          <a:lstStyle/>
          <a:p>
            <a:r>
              <a:rPr lang="en-US" b="1" dirty="0"/>
              <a:t>Most popular repositories </a:t>
            </a:r>
          </a:p>
        </p:txBody>
      </p:sp>
      <p:pic>
        <p:nvPicPr>
          <p:cNvPr id="4" name="Picture 3" descr="A graph of blue vertical bars&#10;&#10;Description automatically generated">
            <a:extLst>
              <a:ext uri="{FF2B5EF4-FFF2-40B4-BE49-F238E27FC236}">
                <a16:creationId xmlns:a16="http://schemas.microsoft.com/office/drawing/2014/main" id="{78C2CCE0-F4E4-68CD-C0FC-33F008E632D9}"/>
              </a:ext>
            </a:extLst>
          </p:cNvPr>
          <p:cNvPicPr>
            <a:picLocks noChangeAspect="1"/>
          </p:cNvPicPr>
          <p:nvPr/>
        </p:nvPicPr>
        <p:blipFill>
          <a:blip r:embed="rId3"/>
          <a:stretch>
            <a:fillRect/>
          </a:stretch>
        </p:blipFill>
        <p:spPr>
          <a:xfrm>
            <a:off x="1141411" y="2674524"/>
            <a:ext cx="3494597" cy="2699576"/>
          </a:xfrm>
          <a:prstGeom prst="round2DiagRect">
            <a:avLst>
              <a:gd name="adj1" fmla="val 5608"/>
              <a:gd name="adj2" fmla="val 0"/>
            </a:avLst>
          </a:prstGeom>
          <a:ln w="19050" cap="sq">
            <a:solidFill>
              <a:schemeClr val="tx2">
                <a:lumMod val="60000"/>
                <a:lumOff val="40000"/>
                <a:alpha val="60000"/>
              </a:schemeClr>
            </a:solidFill>
            <a:miter lim="800000"/>
          </a:ln>
          <a:effectLst>
            <a:outerShdw blurRad="63500" sx="102000" sy="102000" algn="ctr" rotWithShape="0">
              <a:prstClr val="black">
                <a:alpha val="40000"/>
              </a:prstClr>
            </a:outerShdw>
          </a:effectLst>
        </p:spPr>
      </p:pic>
      <p:sp>
        <p:nvSpPr>
          <p:cNvPr id="3" name="Content Placeholder 2">
            <a:extLst>
              <a:ext uri="{FF2B5EF4-FFF2-40B4-BE49-F238E27FC236}">
                <a16:creationId xmlns:a16="http://schemas.microsoft.com/office/drawing/2014/main" id="{C66088BF-120C-5855-8DB7-73C3E8A8AD6F}"/>
              </a:ext>
            </a:extLst>
          </p:cNvPr>
          <p:cNvSpPr>
            <a:spLocks noGrp="1"/>
          </p:cNvSpPr>
          <p:nvPr>
            <p:ph idx="1"/>
          </p:nvPr>
        </p:nvSpPr>
        <p:spPr>
          <a:xfrm>
            <a:off x="5034579" y="2249486"/>
            <a:ext cx="6012832" cy="4366106"/>
          </a:xfrm>
        </p:spPr>
        <p:txBody>
          <a:bodyPr>
            <a:normAutofit fontScale="85000" lnSpcReduction="10000"/>
          </a:bodyPr>
          <a:lstStyle/>
          <a:p>
            <a:pPr algn="just"/>
            <a:r>
              <a:rPr lang="en-US" sz="1700" b="1" dirty="0"/>
              <a:t>Analysis of Popular Repositories: </a:t>
            </a:r>
            <a:r>
              <a:rPr lang="en-US" sz="1700" dirty="0"/>
              <a:t>When visualizing the top 10 most popular repositories based on the number of commits, it was observed that 9 out of the 10 repositories are related to the Chromium project.</a:t>
            </a:r>
          </a:p>
          <a:p>
            <a:pPr algn="just"/>
            <a:r>
              <a:rPr lang="en-US" sz="1700" b="1" dirty="0"/>
              <a:t>Understanding Chromium's Role: </a:t>
            </a:r>
            <a:r>
              <a:rPr lang="en-US" sz="1700" dirty="0"/>
              <a:t>Chromium is an open-source web browser project that serves as the foundation for several widely used browsers. It is primarily developed and maintained by Google, making it a pivotal codebase. Chromium underpins not only Google Chrome but also other popular browsers such as Microsoft Edge, Samsung Internet, and Opera, highlighting its extensive influence in the web development ecosystem.</a:t>
            </a:r>
          </a:p>
          <a:p>
            <a:pPr algn="just"/>
            <a:r>
              <a:rPr lang="en-US" sz="1700" b="1" dirty="0"/>
              <a:t>Dominance of Google-Associated Repositories: </a:t>
            </a:r>
            <a:r>
              <a:rPr lang="en-US" sz="1700" dirty="0"/>
              <a:t>This analysis underscores that majority of the most popular repositories are closely associated with Google, a major player in the tech industry. The prevalence of Chromium-related repositories in this ranking reflects Google’s significant contributions to open-source software development and its widespread adoption in browser technologies.</a:t>
            </a:r>
          </a:p>
        </p:txBody>
      </p:sp>
    </p:spTree>
    <p:extLst>
      <p:ext uri="{BB962C8B-B14F-4D97-AF65-F5344CB8AC3E}">
        <p14:creationId xmlns:p14="http://schemas.microsoft.com/office/powerpoint/2010/main" val="1218833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E17B1-D23F-CC75-2094-D5CAA4D75DF1}"/>
              </a:ext>
            </a:extLst>
          </p:cNvPr>
          <p:cNvSpPr>
            <a:spLocks noGrp="1"/>
          </p:cNvSpPr>
          <p:nvPr>
            <p:ph type="title"/>
          </p:nvPr>
        </p:nvSpPr>
        <p:spPr>
          <a:xfrm>
            <a:off x="705745" y="0"/>
            <a:ext cx="5572317" cy="1478570"/>
          </a:xfrm>
          <a:effectLst>
            <a:outerShdw blurRad="50800" dist="38100" dir="5400000" algn="t" rotWithShape="0">
              <a:prstClr val="black">
                <a:alpha val="40000"/>
              </a:prstClr>
            </a:outerShdw>
          </a:effectLst>
        </p:spPr>
        <p:txBody>
          <a:bodyPr>
            <a:normAutofit/>
          </a:bodyPr>
          <a:lstStyle/>
          <a:p>
            <a:r>
              <a:rPr lang="en-US" b="1" dirty="0"/>
              <a:t>MOST RAPIDLY GROWING REPOSITORIES</a:t>
            </a:r>
          </a:p>
        </p:txBody>
      </p:sp>
      <p:sp>
        <p:nvSpPr>
          <p:cNvPr id="8" name="TextBox 7">
            <a:extLst>
              <a:ext uri="{FF2B5EF4-FFF2-40B4-BE49-F238E27FC236}">
                <a16:creationId xmlns:a16="http://schemas.microsoft.com/office/drawing/2014/main" id="{DC1885F1-F036-1680-C424-A56590FCC78E}"/>
              </a:ext>
            </a:extLst>
          </p:cNvPr>
          <p:cNvSpPr txBox="1"/>
          <p:nvPr/>
        </p:nvSpPr>
        <p:spPr>
          <a:xfrm>
            <a:off x="984077" y="1478570"/>
            <a:ext cx="4851206" cy="5170646"/>
          </a:xfrm>
          <a:prstGeom prst="rect">
            <a:avLst/>
          </a:prstGeom>
          <a:noFill/>
        </p:spPr>
        <p:txBody>
          <a:bodyPr wrap="square" rtlCol="0">
            <a:spAutoFit/>
          </a:bodyPr>
          <a:lstStyle/>
          <a:p>
            <a:pPr marL="342900" indent="-342900" algn="just">
              <a:buFont typeface="Arial" panose="020B0604020202020204" pitchFamily="34" charset="0"/>
              <a:buChar char="•"/>
            </a:pPr>
            <a:r>
              <a:rPr lang="en-US" sz="1320" b="1" dirty="0"/>
              <a:t>Analysis of Rapidly Growing Repositories: </a:t>
            </a:r>
            <a:r>
              <a:rPr lang="en-US" sz="1320" dirty="0"/>
              <a:t>To identify the most rapidly growing repositories, we analyzed the year-over-year difference in the number of commits. The top 10 repositories with the largest growth in commits are highlighted in the accompanying visualization on the left.</a:t>
            </a:r>
          </a:p>
          <a:p>
            <a:pPr marL="342900" indent="-342900" algn="just">
              <a:buFont typeface="Arial" panose="020B0604020202020204" pitchFamily="34" charset="0"/>
              <a:buChar char="•"/>
            </a:pPr>
            <a:endParaRPr lang="en-US" sz="1320" dirty="0"/>
          </a:p>
          <a:p>
            <a:pPr marL="342900" indent="-342900" algn="just">
              <a:buFont typeface="Arial" panose="020B0604020202020204" pitchFamily="34" charset="0"/>
              <a:buChar char="•"/>
            </a:pPr>
            <a:r>
              <a:rPr lang="en-US" sz="1320" b="1" dirty="0"/>
              <a:t>Technology Insights: </a:t>
            </a:r>
            <a:r>
              <a:rPr lang="en-US" sz="1320" dirty="0"/>
              <a:t>Upon examining the technologies driving development in these repositories, it was found that C++ is the predominant programming language. This is a notable deviation from C, which remains the most popular language overall. This trend suggests that developers may prefer C++ in these repositories due to its optimization and suitability for modern development needs.</a:t>
            </a:r>
          </a:p>
          <a:p>
            <a:pPr marL="342900" indent="-342900" algn="just">
              <a:buFont typeface="Arial" panose="020B0604020202020204" pitchFamily="34" charset="0"/>
              <a:buChar char="•"/>
            </a:pPr>
            <a:endParaRPr lang="en-US" sz="1320" b="1" dirty="0"/>
          </a:p>
          <a:p>
            <a:pPr marL="342900" indent="-342900" algn="just">
              <a:buFont typeface="Arial" panose="020B0604020202020204" pitchFamily="34" charset="0"/>
              <a:buChar char="•"/>
            </a:pPr>
            <a:r>
              <a:rPr lang="en-US" sz="1320" b="1" dirty="0"/>
              <a:t>Association with Chromium: </a:t>
            </a:r>
            <a:r>
              <a:rPr lang="en-US" sz="1320" dirty="0"/>
              <a:t>Among the top 10 rapidly growing repositories, six are linked to Chromium, an open-source platform developed by Google. Chromium serves as the foundation for several major web browsers, further emphasizing its pivotal role in the open-source community.</a:t>
            </a:r>
          </a:p>
          <a:p>
            <a:pPr marL="342900" indent="-342900" algn="just">
              <a:buFont typeface="Arial" panose="020B0604020202020204" pitchFamily="34" charset="0"/>
              <a:buChar char="•"/>
            </a:pPr>
            <a:endParaRPr lang="en-US" sz="1320" dirty="0"/>
          </a:p>
          <a:p>
            <a:pPr marL="342900" indent="-342900" algn="just">
              <a:buFont typeface="Arial" panose="020B0604020202020204" pitchFamily="34" charset="0"/>
              <a:buChar char="•"/>
            </a:pPr>
            <a:r>
              <a:rPr lang="en-US" sz="1320" b="1" dirty="0"/>
              <a:t>Google’s Dominance: </a:t>
            </a:r>
            <a:r>
              <a:rPr lang="en-US" sz="1320" dirty="0"/>
              <a:t>The strong presence of Chromium-related repositories in this ranking highlights the significant influence of Google in driving the growth of open-source development. This demonstrates the company’s leading role in fostering innovation and adoption of cutting-edge technologies through its projects</a:t>
            </a:r>
          </a:p>
        </p:txBody>
      </p:sp>
      <p:sp>
        <p:nvSpPr>
          <p:cNvPr id="14" name="Rectangle: Rounded Corners 13">
            <a:extLst>
              <a:ext uri="{FF2B5EF4-FFF2-40B4-BE49-F238E27FC236}">
                <a16:creationId xmlns:a16="http://schemas.microsoft.com/office/drawing/2014/main" id="{16985325-8379-B5F3-BD6F-0F91862C4BD7}"/>
              </a:ext>
            </a:extLst>
          </p:cNvPr>
          <p:cNvSpPr/>
          <p:nvPr/>
        </p:nvSpPr>
        <p:spPr>
          <a:xfrm>
            <a:off x="6765293" y="146888"/>
            <a:ext cx="4900067" cy="6653584"/>
          </a:xfrm>
          <a:prstGeom prst="roundRect">
            <a:avLst/>
          </a:prstGeom>
          <a:solidFill>
            <a:schemeClr val="tx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E08E8DD4-D562-6B12-68C8-C2AB5B678371}"/>
              </a:ext>
            </a:extLst>
          </p:cNvPr>
          <p:cNvPicPr>
            <a:picLocks noChangeAspect="1"/>
          </p:cNvPicPr>
          <p:nvPr/>
        </p:nvPicPr>
        <p:blipFill>
          <a:blip r:embed="rId2"/>
          <a:stretch>
            <a:fillRect/>
          </a:stretch>
        </p:blipFill>
        <p:spPr>
          <a:xfrm>
            <a:off x="7230433" y="3814802"/>
            <a:ext cx="3969785" cy="2644547"/>
          </a:xfrm>
          <a:prstGeom prst="rect">
            <a:avLst/>
          </a:prstGeom>
        </p:spPr>
      </p:pic>
      <p:pic>
        <p:nvPicPr>
          <p:cNvPr id="17" name="Picture 16">
            <a:extLst>
              <a:ext uri="{FF2B5EF4-FFF2-40B4-BE49-F238E27FC236}">
                <a16:creationId xmlns:a16="http://schemas.microsoft.com/office/drawing/2014/main" id="{E31E9517-AE04-3557-B54D-3031C008BD24}"/>
              </a:ext>
            </a:extLst>
          </p:cNvPr>
          <p:cNvPicPr>
            <a:picLocks noChangeAspect="1"/>
          </p:cNvPicPr>
          <p:nvPr/>
        </p:nvPicPr>
        <p:blipFill>
          <a:blip r:embed="rId3"/>
          <a:stretch>
            <a:fillRect/>
          </a:stretch>
        </p:blipFill>
        <p:spPr>
          <a:xfrm>
            <a:off x="7238138" y="503725"/>
            <a:ext cx="3969785" cy="2969955"/>
          </a:xfrm>
          <a:prstGeom prst="rect">
            <a:avLst/>
          </a:prstGeom>
        </p:spPr>
      </p:pic>
    </p:spTree>
    <p:extLst>
      <p:ext uri="{BB962C8B-B14F-4D97-AF65-F5344CB8AC3E}">
        <p14:creationId xmlns:p14="http://schemas.microsoft.com/office/powerpoint/2010/main" val="2855335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1DBB2-AAE9-72BD-73FD-A68578848DE4}"/>
              </a:ext>
            </a:extLst>
          </p:cNvPr>
          <p:cNvSpPr>
            <a:spLocks noGrp="1"/>
          </p:cNvSpPr>
          <p:nvPr>
            <p:ph type="title"/>
          </p:nvPr>
        </p:nvSpPr>
        <p:spPr>
          <a:xfrm>
            <a:off x="1141412" y="0"/>
            <a:ext cx="9905998" cy="823658"/>
          </a:xfrm>
          <a:effectLst>
            <a:outerShdw blurRad="50800" dist="38100" dir="5400000" algn="t" rotWithShape="0">
              <a:prstClr val="black">
                <a:alpha val="40000"/>
              </a:prstClr>
            </a:outerShdw>
          </a:effectLst>
        </p:spPr>
        <p:txBody>
          <a:bodyPr/>
          <a:lstStyle/>
          <a:p>
            <a:r>
              <a:rPr lang="en-IN" b="1" dirty="0"/>
              <a:t>DATA SCIENCE AND AI REPOSITORIES</a:t>
            </a:r>
            <a:endParaRPr lang="en-US" b="1" dirty="0"/>
          </a:p>
        </p:txBody>
      </p:sp>
      <p:sp>
        <p:nvSpPr>
          <p:cNvPr id="3" name="Content Placeholder 2">
            <a:extLst>
              <a:ext uri="{FF2B5EF4-FFF2-40B4-BE49-F238E27FC236}">
                <a16:creationId xmlns:a16="http://schemas.microsoft.com/office/drawing/2014/main" id="{2AB04983-141C-E4A7-ADE6-6CED899D5E74}"/>
              </a:ext>
            </a:extLst>
          </p:cNvPr>
          <p:cNvSpPr>
            <a:spLocks noGrp="1"/>
          </p:cNvSpPr>
          <p:nvPr>
            <p:ph idx="1"/>
          </p:nvPr>
        </p:nvSpPr>
        <p:spPr>
          <a:xfrm>
            <a:off x="742349" y="3596230"/>
            <a:ext cx="5353652" cy="3043910"/>
          </a:xfrm>
        </p:spPr>
        <p:txBody>
          <a:bodyPr>
            <a:normAutofit/>
          </a:bodyPr>
          <a:lstStyle/>
          <a:p>
            <a:pPr>
              <a:lnSpc>
                <a:spcPct val="110000"/>
              </a:lnSpc>
            </a:pPr>
            <a:r>
              <a:rPr lang="en-US" sz="1350" b="1" dirty="0"/>
              <a:t>Identifying Top Repositories in Data Science and AI: </a:t>
            </a:r>
            <a:r>
              <a:rPr lang="en-US" sz="1350" dirty="0"/>
              <a:t>To pinpoint the leading repositories employing Data Science and AI technologies, we conducted a targeted search within the message and subject fields of commit data, using a curated list of keywords related to Data Science and AI. This approach allowed us to identify repositories where these technologies are explicitly referenced in development activity.</a:t>
            </a:r>
          </a:p>
          <a:p>
            <a:pPr>
              <a:lnSpc>
                <a:spcPct val="110000"/>
              </a:lnSpc>
            </a:pPr>
            <a:r>
              <a:rPr lang="en-US" sz="1350" b="1" dirty="0"/>
              <a:t>Dominance of C in Data Science and AI Repositories: </a:t>
            </a:r>
            <a:r>
              <a:rPr lang="en-US" sz="1350" dirty="0"/>
              <a:t>From the analysis, C emerged as the most frequently used programming language in repositories focused on Data Science and AI. This highlights its continued relevance in these fields, likely due to its efficiency and widespread use in foundational AI libraries and high-performance computing tasks.</a:t>
            </a:r>
          </a:p>
        </p:txBody>
      </p:sp>
      <p:sp>
        <p:nvSpPr>
          <p:cNvPr id="8" name="Rectangle: Rounded Corners 7">
            <a:extLst>
              <a:ext uri="{FF2B5EF4-FFF2-40B4-BE49-F238E27FC236}">
                <a16:creationId xmlns:a16="http://schemas.microsoft.com/office/drawing/2014/main" id="{E6767FC0-AACE-2508-0667-168CA4150576}"/>
              </a:ext>
            </a:extLst>
          </p:cNvPr>
          <p:cNvSpPr/>
          <p:nvPr/>
        </p:nvSpPr>
        <p:spPr>
          <a:xfrm>
            <a:off x="742348" y="823658"/>
            <a:ext cx="10487522" cy="2493660"/>
          </a:xfrm>
          <a:prstGeom prst="roundRect">
            <a:avLst/>
          </a:prstGeom>
          <a:solidFill>
            <a:schemeClr val="tx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CBF0551-7FA2-A178-9EAB-0A0DAFD721DF}"/>
              </a:ext>
            </a:extLst>
          </p:cNvPr>
          <p:cNvPicPr>
            <a:picLocks noChangeAspect="1"/>
          </p:cNvPicPr>
          <p:nvPr/>
        </p:nvPicPr>
        <p:blipFill>
          <a:blip r:embed="rId2"/>
          <a:stretch>
            <a:fillRect/>
          </a:stretch>
        </p:blipFill>
        <p:spPr>
          <a:xfrm>
            <a:off x="1404988" y="937821"/>
            <a:ext cx="3801980" cy="2245556"/>
          </a:xfrm>
          <a:prstGeom prst="rect">
            <a:avLst/>
          </a:prstGeom>
        </p:spPr>
      </p:pic>
      <p:pic>
        <p:nvPicPr>
          <p:cNvPr id="10" name="Picture 9">
            <a:extLst>
              <a:ext uri="{FF2B5EF4-FFF2-40B4-BE49-F238E27FC236}">
                <a16:creationId xmlns:a16="http://schemas.microsoft.com/office/drawing/2014/main" id="{D68BC03B-A70E-7561-3A97-052F87317703}"/>
              </a:ext>
            </a:extLst>
          </p:cNvPr>
          <p:cNvPicPr>
            <a:picLocks noChangeAspect="1"/>
          </p:cNvPicPr>
          <p:nvPr/>
        </p:nvPicPr>
        <p:blipFill>
          <a:blip r:embed="rId3"/>
          <a:stretch>
            <a:fillRect/>
          </a:stretch>
        </p:blipFill>
        <p:spPr>
          <a:xfrm>
            <a:off x="6531886" y="967594"/>
            <a:ext cx="4040312" cy="2186010"/>
          </a:xfrm>
          <a:prstGeom prst="rect">
            <a:avLst/>
          </a:prstGeom>
        </p:spPr>
      </p:pic>
      <p:sp>
        <p:nvSpPr>
          <p:cNvPr id="13" name="TextBox 12">
            <a:extLst>
              <a:ext uri="{FF2B5EF4-FFF2-40B4-BE49-F238E27FC236}">
                <a16:creationId xmlns:a16="http://schemas.microsoft.com/office/drawing/2014/main" id="{4BB5579B-07F9-4AF0-7C53-5B04DAEF787B}"/>
              </a:ext>
            </a:extLst>
          </p:cNvPr>
          <p:cNvSpPr txBox="1"/>
          <p:nvPr/>
        </p:nvSpPr>
        <p:spPr>
          <a:xfrm>
            <a:off x="6333294" y="3596230"/>
            <a:ext cx="5065164" cy="2862322"/>
          </a:xfrm>
          <a:prstGeom prst="rect">
            <a:avLst/>
          </a:prstGeom>
          <a:noFill/>
        </p:spPr>
        <p:txBody>
          <a:bodyPr wrap="square" rtlCol="0">
            <a:spAutoFit/>
          </a:bodyPr>
          <a:lstStyle/>
          <a:p>
            <a:pPr marL="171450" indent="-171450">
              <a:buFont typeface="Arial" panose="020B0604020202020204" pitchFamily="34" charset="0"/>
              <a:buChar char="•"/>
            </a:pPr>
            <a:r>
              <a:rPr lang="en-US" sz="1200" b="1" dirty="0"/>
              <a:t>Code Volume Analysis by Language: </a:t>
            </a:r>
            <a:r>
              <a:rPr lang="en-US" sz="1200" dirty="0"/>
              <a:t>The total bytes of code for each programming language used in top Data Science and AI repositories were analyzed and visualized on a logarithmic scale. This visualization provides a clearer comparison of code volume across programming languages and highlights the significant contributions of certain languages to these repositories.</a:t>
            </a:r>
          </a:p>
          <a:p>
            <a:endParaRPr lang="en-US" sz="1200" b="1" dirty="0"/>
          </a:p>
          <a:p>
            <a:pPr marL="171450" indent="-171450">
              <a:buFont typeface="Arial" panose="020B0604020202020204" pitchFamily="34" charset="0"/>
              <a:buChar char="•"/>
            </a:pPr>
            <a:r>
              <a:rPr lang="en-US" sz="1200" b="1" dirty="0"/>
              <a:t>Trends in Language Popularity Over Time: </a:t>
            </a:r>
            <a:r>
              <a:rPr lang="en-US" sz="1200" dirty="0"/>
              <a:t>When analyzing the historical trends, JavaScript and C# showed a steady rise in usage within Data Science and AI repositories, peaking around 2015. However, a sharp decline in the popularity of most languages was observed after this period, reflecting a possible shift in development priorities or methodologies. Interestingly, C#, JavaScript, and Python had a slight upward trajectory after 2019, indicating their increasing adoption for certain applications within Data Science and AI, such as enterprise solutions and specialized frameworks.</a:t>
            </a:r>
          </a:p>
        </p:txBody>
      </p:sp>
    </p:spTree>
    <p:extLst>
      <p:ext uri="{BB962C8B-B14F-4D97-AF65-F5344CB8AC3E}">
        <p14:creationId xmlns:p14="http://schemas.microsoft.com/office/powerpoint/2010/main" val="2928155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F7BF4-BAAD-E94F-DCD7-33EDE91343DD}"/>
              </a:ext>
            </a:extLst>
          </p:cNvPr>
          <p:cNvSpPr>
            <a:spLocks noGrp="1"/>
          </p:cNvSpPr>
          <p:nvPr>
            <p:ph type="title"/>
          </p:nvPr>
        </p:nvSpPr>
        <p:spPr>
          <a:xfrm>
            <a:off x="1141412" y="127565"/>
            <a:ext cx="9905998" cy="1478570"/>
          </a:xfrm>
        </p:spPr>
        <p:txBody>
          <a:bodyPr>
            <a:normAutofit/>
          </a:bodyPr>
          <a:lstStyle/>
          <a:p>
            <a:r>
              <a:rPr lang="en-US" b="1" dirty="0"/>
              <a:t>Reasons for committing</a:t>
            </a:r>
          </a:p>
        </p:txBody>
      </p:sp>
      <p:pic>
        <p:nvPicPr>
          <p:cNvPr id="5" name="Picture 4" descr="A graph of blue squares&#10;&#10;Description automatically generated">
            <a:extLst>
              <a:ext uri="{FF2B5EF4-FFF2-40B4-BE49-F238E27FC236}">
                <a16:creationId xmlns:a16="http://schemas.microsoft.com/office/drawing/2014/main" id="{A35BF3D5-7B2A-377C-0D09-0346E29127D7}"/>
              </a:ext>
            </a:extLst>
          </p:cNvPr>
          <p:cNvPicPr>
            <a:picLocks noChangeAspect="1"/>
          </p:cNvPicPr>
          <p:nvPr/>
        </p:nvPicPr>
        <p:blipFill>
          <a:blip r:embed="rId3"/>
          <a:stretch>
            <a:fillRect/>
          </a:stretch>
        </p:blipFill>
        <p:spPr>
          <a:xfrm>
            <a:off x="952556" y="2168288"/>
            <a:ext cx="5143444" cy="3600410"/>
          </a:xfrm>
          <a:prstGeom prst="round2DiagRect">
            <a:avLst>
              <a:gd name="adj1" fmla="val 5608"/>
              <a:gd name="adj2" fmla="val 0"/>
            </a:avLst>
          </a:prstGeom>
          <a:ln w="19050" cap="sq">
            <a:solidFill>
              <a:schemeClr val="tx2">
                <a:lumMod val="60000"/>
                <a:lumOff val="40000"/>
                <a:alpha val="60000"/>
              </a:schemeClr>
            </a:solidFill>
            <a:miter lim="800000"/>
          </a:ln>
          <a:effectLst>
            <a:outerShdw blurRad="63500" sx="102000" sy="102000" algn="ctr" rotWithShape="0">
              <a:prstClr val="black">
                <a:alpha val="40000"/>
              </a:prstClr>
            </a:outerShdw>
          </a:effectLst>
        </p:spPr>
      </p:pic>
      <p:sp>
        <p:nvSpPr>
          <p:cNvPr id="3" name="Content Placeholder 2">
            <a:extLst>
              <a:ext uri="{FF2B5EF4-FFF2-40B4-BE49-F238E27FC236}">
                <a16:creationId xmlns:a16="http://schemas.microsoft.com/office/drawing/2014/main" id="{D08CD573-6099-3195-C8B6-E8346F71437D}"/>
              </a:ext>
            </a:extLst>
          </p:cNvPr>
          <p:cNvSpPr>
            <a:spLocks noGrp="1"/>
          </p:cNvSpPr>
          <p:nvPr>
            <p:ph idx="1"/>
          </p:nvPr>
        </p:nvSpPr>
        <p:spPr>
          <a:xfrm>
            <a:off x="6336727" y="1606135"/>
            <a:ext cx="4710683" cy="4997183"/>
          </a:xfrm>
        </p:spPr>
        <p:txBody>
          <a:bodyPr>
            <a:noAutofit/>
          </a:bodyPr>
          <a:lstStyle/>
          <a:p>
            <a:pPr algn="just">
              <a:lnSpc>
                <a:spcPct val="100000"/>
              </a:lnSpc>
            </a:pPr>
            <a:r>
              <a:rPr lang="en-US" sz="1200" b="1" dirty="0"/>
              <a:t>Objective of Commit Analysis: </a:t>
            </a:r>
            <a:r>
              <a:rPr lang="en-US" sz="1200" dirty="0"/>
              <a:t>To gain insights into the nature of commits made by developers to GitHub, we performed an in-depth analysis of the subject and message columns within the commits data frame. These fields were examined to identify patterns and classify the primary reasons behind commit activities.</a:t>
            </a:r>
          </a:p>
          <a:p>
            <a:pPr algn="just">
              <a:lnSpc>
                <a:spcPct val="100000"/>
              </a:lnSpc>
            </a:pPr>
            <a:r>
              <a:rPr lang="en-US" sz="1200" b="1" dirty="0"/>
              <a:t>Keyword-Based Categorization: </a:t>
            </a:r>
            <a:r>
              <a:rPr lang="en-US" sz="1200" dirty="0"/>
              <a:t>Using a keyword search, we filtered and analyzed records from the subject and message columns. While some records did not match the predefined keywords, for the sake of analytical clarity, we categorized the reasons for commits into four primary groups: Bug Fixes, Feature Additions, Code Improvements, and Documentation Updates.</a:t>
            </a:r>
          </a:p>
          <a:p>
            <a:pPr algn="just">
              <a:lnSpc>
                <a:spcPct val="100000"/>
              </a:lnSpc>
            </a:pPr>
            <a:r>
              <a:rPr lang="en-US" sz="1200" b="1" dirty="0"/>
              <a:t>Findings from Commit Analysis:</a:t>
            </a:r>
            <a:r>
              <a:rPr lang="en-US" sz="1200" dirty="0"/>
              <a:t> The results of the analysis indicate that the most frequent reason for commits is Bug Fixes, highlighting the critical role of maintaining software reliability. This is followed by Feature Additions, reflecting the continuous enhancement of functionalities, and Code Improvements, which aim to optimize existing implementations. Documentation Updates accounted for the smallest proportion of commits, suggesting a relatively lower focus on documentation in comparison to other development activities.</a:t>
            </a:r>
          </a:p>
          <a:p>
            <a:pPr marL="0" indent="0" algn="just">
              <a:lnSpc>
                <a:spcPct val="100000"/>
              </a:lnSpc>
              <a:buNone/>
            </a:pPr>
            <a:r>
              <a:rPr lang="en-US" sz="1200" dirty="0"/>
              <a:t>This categorization provides a structured understanding of developer activity on GitHub, enabling a clear view of the priorities and focus areas within repository development.</a:t>
            </a:r>
          </a:p>
        </p:txBody>
      </p:sp>
    </p:spTree>
    <p:extLst>
      <p:ext uri="{BB962C8B-B14F-4D97-AF65-F5344CB8AC3E}">
        <p14:creationId xmlns:p14="http://schemas.microsoft.com/office/powerpoint/2010/main" val="3344628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CF16C-BA2F-720A-B5FC-0681FE62296A}"/>
              </a:ext>
            </a:extLst>
          </p:cNvPr>
          <p:cNvSpPr>
            <a:spLocks noGrp="1"/>
          </p:cNvSpPr>
          <p:nvPr>
            <p:ph type="title"/>
          </p:nvPr>
        </p:nvSpPr>
        <p:spPr>
          <a:xfrm>
            <a:off x="1141412" y="0"/>
            <a:ext cx="9905998" cy="846894"/>
          </a:xfrm>
          <a:effectLst>
            <a:outerShdw blurRad="50800" dist="38100" dir="5400000" algn="t" rotWithShape="0">
              <a:prstClr val="black">
                <a:alpha val="40000"/>
              </a:prstClr>
            </a:outerShdw>
          </a:effectLst>
        </p:spPr>
        <p:txBody>
          <a:bodyPr/>
          <a:lstStyle/>
          <a:p>
            <a:pPr algn="ctr"/>
            <a:r>
              <a:rPr lang="en-US" b="1" dirty="0"/>
              <a:t>MOST PROLIFIC COMITTERS</a:t>
            </a:r>
          </a:p>
        </p:txBody>
      </p:sp>
      <p:sp>
        <p:nvSpPr>
          <p:cNvPr id="3" name="Content Placeholder 2">
            <a:extLst>
              <a:ext uri="{FF2B5EF4-FFF2-40B4-BE49-F238E27FC236}">
                <a16:creationId xmlns:a16="http://schemas.microsoft.com/office/drawing/2014/main" id="{95F2A3C4-B7A2-F72A-8ED9-22587CC521C8}"/>
              </a:ext>
            </a:extLst>
          </p:cNvPr>
          <p:cNvSpPr>
            <a:spLocks noGrp="1"/>
          </p:cNvSpPr>
          <p:nvPr>
            <p:ph idx="1"/>
          </p:nvPr>
        </p:nvSpPr>
        <p:spPr>
          <a:xfrm>
            <a:off x="1141411" y="3894894"/>
            <a:ext cx="4909585" cy="2773886"/>
          </a:xfrm>
        </p:spPr>
        <p:txBody>
          <a:bodyPr>
            <a:normAutofit fontScale="77500" lnSpcReduction="20000"/>
          </a:bodyPr>
          <a:lstStyle/>
          <a:p>
            <a:pPr algn="just"/>
            <a:r>
              <a:rPr lang="en-US" sz="1800" b="1" dirty="0"/>
              <a:t>Analysis of Prolific Committers: </a:t>
            </a:r>
            <a:r>
              <a:rPr lang="en-US" sz="1800" dirty="0"/>
              <a:t>This analysis focused on identifying the most prolific and frequent committers by evaluating the number of unique commits each individual contributed to GitHub repositories. This approach provided insights into the activity levels and consistency of developers over time.</a:t>
            </a:r>
          </a:p>
          <a:p>
            <a:pPr algn="just"/>
            <a:r>
              <a:rPr lang="en-US" sz="1800" b="1" dirty="0"/>
              <a:t>Top Committers Identified: </a:t>
            </a:r>
            <a:r>
              <a:rPr lang="en-US" sz="1800" dirty="0"/>
              <a:t>Based on the total number of commits, the top five committers were identified as Linus Torvalds, David S. Miller, Takashi Wai, Ingo Molnar, and Paul Mundt. These individuals consistently demonstrated high levels of activity, contributing significantly to GitHub repositories.</a:t>
            </a:r>
          </a:p>
        </p:txBody>
      </p:sp>
      <p:sp>
        <p:nvSpPr>
          <p:cNvPr id="4" name="Rectangle: Rounded Corners 3">
            <a:extLst>
              <a:ext uri="{FF2B5EF4-FFF2-40B4-BE49-F238E27FC236}">
                <a16:creationId xmlns:a16="http://schemas.microsoft.com/office/drawing/2014/main" id="{7D2125C3-EDE2-21A5-F087-720463CA06BE}"/>
              </a:ext>
            </a:extLst>
          </p:cNvPr>
          <p:cNvSpPr/>
          <p:nvPr/>
        </p:nvSpPr>
        <p:spPr>
          <a:xfrm>
            <a:off x="117030" y="708748"/>
            <a:ext cx="11954761" cy="2842108"/>
          </a:xfrm>
          <a:prstGeom prst="roundRect">
            <a:avLst/>
          </a:prstGeom>
          <a:solidFill>
            <a:schemeClr val="tx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AAA6904-C5DA-638B-97E6-FD0772B708EC}"/>
              </a:ext>
            </a:extLst>
          </p:cNvPr>
          <p:cNvPicPr>
            <a:picLocks noChangeAspect="1"/>
          </p:cNvPicPr>
          <p:nvPr/>
        </p:nvPicPr>
        <p:blipFill>
          <a:blip r:embed="rId2"/>
          <a:stretch>
            <a:fillRect/>
          </a:stretch>
        </p:blipFill>
        <p:spPr>
          <a:xfrm>
            <a:off x="480886" y="861489"/>
            <a:ext cx="3242834" cy="2345328"/>
          </a:xfrm>
          <a:prstGeom prst="rect">
            <a:avLst/>
          </a:prstGeom>
        </p:spPr>
      </p:pic>
      <p:pic>
        <p:nvPicPr>
          <p:cNvPr id="8" name="Picture 7">
            <a:extLst>
              <a:ext uri="{FF2B5EF4-FFF2-40B4-BE49-F238E27FC236}">
                <a16:creationId xmlns:a16="http://schemas.microsoft.com/office/drawing/2014/main" id="{104B844D-6D6B-501F-0F18-E9DB232311D1}"/>
              </a:ext>
            </a:extLst>
          </p:cNvPr>
          <p:cNvPicPr>
            <a:picLocks noChangeAspect="1"/>
          </p:cNvPicPr>
          <p:nvPr/>
        </p:nvPicPr>
        <p:blipFill>
          <a:blip r:embed="rId3"/>
          <a:stretch>
            <a:fillRect/>
          </a:stretch>
        </p:blipFill>
        <p:spPr>
          <a:xfrm>
            <a:off x="3951368" y="846894"/>
            <a:ext cx="3809990" cy="2359923"/>
          </a:xfrm>
          <a:prstGeom prst="rect">
            <a:avLst/>
          </a:prstGeom>
        </p:spPr>
      </p:pic>
      <p:sp>
        <p:nvSpPr>
          <p:cNvPr id="9" name="TextBox 8">
            <a:extLst>
              <a:ext uri="{FF2B5EF4-FFF2-40B4-BE49-F238E27FC236}">
                <a16:creationId xmlns:a16="http://schemas.microsoft.com/office/drawing/2014/main" id="{5BF1B78B-A24D-734A-9B0A-529ACEE1C90A}"/>
              </a:ext>
            </a:extLst>
          </p:cNvPr>
          <p:cNvSpPr txBox="1"/>
          <p:nvPr/>
        </p:nvSpPr>
        <p:spPr>
          <a:xfrm>
            <a:off x="6241184" y="3894894"/>
            <a:ext cx="4909585" cy="2893100"/>
          </a:xfrm>
          <a:prstGeom prst="rect">
            <a:avLst/>
          </a:prstGeom>
          <a:noFill/>
        </p:spPr>
        <p:txBody>
          <a:bodyPr wrap="square" rtlCol="0">
            <a:spAutoFit/>
          </a:bodyPr>
          <a:lstStyle/>
          <a:p>
            <a:pPr marL="285750" indent="-285750" algn="just">
              <a:buFont typeface="Arial" panose="020B0604020202020204" pitchFamily="34" charset="0"/>
              <a:buChar char="•"/>
            </a:pPr>
            <a:r>
              <a:rPr lang="en-US" sz="1400" b="1" dirty="0"/>
              <a:t>Temporal Trends in Commit Activity: </a:t>
            </a:r>
            <a:r>
              <a:rPr lang="en-US" sz="1400" dirty="0"/>
              <a:t>The ranking of the most prolific committers exhibited notable variations over time. For instance, in 2014, Roland Walker emerged as the top committer, surpassing all other developers in terms of contributions. However, this was an exception to the general trend.</a:t>
            </a:r>
          </a:p>
          <a:p>
            <a:pPr algn="just"/>
            <a:endParaRPr lang="en-US" sz="1400" dirty="0"/>
          </a:p>
          <a:p>
            <a:pPr marL="285750" indent="-285750" algn="just">
              <a:buFont typeface="Arial" panose="020B0604020202020204" pitchFamily="34" charset="0"/>
              <a:buChar char="•"/>
            </a:pPr>
            <a:r>
              <a:rPr lang="en-US" sz="1400" dirty="0"/>
              <a:t>The repositories with the most commits from the top 10 prolific committers are heavily associated with large-scale and widely-used projects, such as those related to Linux kernel development and open-source system software, reflecting the significant impact and focus of these contributors on foundational, high-demand technologies.</a:t>
            </a:r>
          </a:p>
        </p:txBody>
      </p:sp>
      <p:pic>
        <p:nvPicPr>
          <p:cNvPr id="11" name="Picture 10">
            <a:extLst>
              <a:ext uri="{FF2B5EF4-FFF2-40B4-BE49-F238E27FC236}">
                <a16:creationId xmlns:a16="http://schemas.microsoft.com/office/drawing/2014/main" id="{DED14AB6-2A68-2679-3F89-AE115C79429C}"/>
              </a:ext>
            </a:extLst>
          </p:cNvPr>
          <p:cNvPicPr>
            <a:picLocks noChangeAspect="1"/>
          </p:cNvPicPr>
          <p:nvPr/>
        </p:nvPicPr>
        <p:blipFill>
          <a:blip r:embed="rId4"/>
          <a:stretch>
            <a:fillRect/>
          </a:stretch>
        </p:blipFill>
        <p:spPr>
          <a:xfrm>
            <a:off x="7989006" y="923729"/>
            <a:ext cx="3722108" cy="2046537"/>
          </a:xfrm>
          <a:prstGeom prst="rect">
            <a:avLst/>
          </a:prstGeom>
        </p:spPr>
      </p:pic>
    </p:spTree>
    <p:extLst>
      <p:ext uri="{BB962C8B-B14F-4D97-AF65-F5344CB8AC3E}">
        <p14:creationId xmlns:p14="http://schemas.microsoft.com/office/powerpoint/2010/main" val="3087444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7BD35-5E17-DC39-CF1F-3176FC6E5B39}"/>
              </a:ext>
            </a:extLst>
          </p:cNvPr>
          <p:cNvSpPr>
            <a:spLocks noGrp="1"/>
          </p:cNvSpPr>
          <p:nvPr>
            <p:ph type="title"/>
          </p:nvPr>
        </p:nvSpPr>
        <p:spPr>
          <a:xfrm>
            <a:off x="1141412" y="200965"/>
            <a:ext cx="5894387" cy="1478570"/>
          </a:xfrm>
        </p:spPr>
        <p:txBody>
          <a:bodyPr anchor="b">
            <a:normAutofit/>
          </a:bodyPr>
          <a:lstStyle/>
          <a:p>
            <a:r>
              <a:rPr lang="en-US" b="1" dirty="0"/>
              <a:t>Subject and message analysis</a:t>
            </a:r>
          </a:p>
        </p:txBody>
      </p:sp>
      <p:sp>
        <p:nvSpPr>
          <p:cNvPr id="3" name="Content Placeholder 2">
            <a:extLst>
              <a:ext uri="{FF2B5EF4-FFF2-40B4-BE49-F238E27FC236}">
                <a16:creationId xmlns:a16="http://schemas.microsoft.com/office/drawing/2014/main" id="{00B47171-D372-DE53-08B9-61BE5C1DCD35}"/>
              </a:ext>
            </a:extLst>
          </p:cNvPr>
          <p:cNvSpPr>
            <a:spLocks noGrp="1"/>
          </p:cNvSpPr>
          <p:nvPr>
            <p:ph idx="1"/>
          </p:nvPr>
        </p:nvSpPr>
        <p:spPr>
          <a:xfrm>
            <a:off x="1141412" y="1888492"/>
            <a:ext cx="5894388" cy="4702552"/>
          </a:xfrm>
        </p:spPr>
        <p:txBody>
          <a:bodyPr>
            <a:normAutofit fontScale="85000" lnSpcReduction="20000"/>
          </a:bodyPr>
          <a:lstStyle/>
          <a:p>
            <a:pPr algn="just">
              <a:lnSpc>
                <a:spcPct val="110000"/>
              </a:lnSpc>
            </a:pPr>
            <a:r>
              <a:rPr lang="en-US" sz="1400" b="1" dirty="0"/>
              <a:t>Overview of Subject and Message Similarity</a:t>
            </a:r>
            <a:r>
              <a:rPr lang="en-US" sz="1400" dirty="0"/>
              <a:t>: The subject and message columns in the commits data frame exhibit noticeable similarities. To quantify this, we applied cosine similarity analysis, a widely used technique in natural language processing to measure the similarity between two text vectors.</a:t>
            </a:r>
          </a:p>
          <a:p>
            <a:pPr algn="just">
              <a:lnSpc>
                <a:spcPct val="110000"/>
              </a:lnSpc>
            </a:pPr>
            <a:r>
              <a:rPr lang="en-US" sz="1400" b="1" dirty="0"/>
              <a:t>Cosine Similarity Analysis Methodology</a:t>
            </a:r>
            <a:r>
              <a:rPr lang="en-US" sz="1400" dirty="0"/>
              <a:t>: The text data from the subject and message columns were transformed into numerical vectors using vectorization techniques. Cosine similarity was then calculated between these vectors to determine how closely related the two columns are. Records with a cosine similarity score of 0.7 or higher were classified as duplicates, while scores below 0.7 were categorized as unique. This approach enables the identification of subtle overlaps or patterns in textual data that might not be immediately apparent.</a:t>
            </a:r>
          </a:p>
          <a:p>
            <a:pPr algn="just">
              <a:lnSpc>
                <a:spcPct val="110000"/>
              </a:lnSpc>
            </a:pPr>
            <a:r>
              <a:rPr lang="en-US" sz="1400" b="1" dirty="0"/>
              <a:t>Findings on Similarity</a:t>
            </a:r>
            <a:r>
              <a:rPr lang="en-US" sz="1400" dirty="0"/>
              <a:t>: The graph in the top-right corner illustrates the distribution of rows in the commits data frame where subject and message columns are either duplicate or unique. From the analysis, it was observed that approximately 70% of all records have high similarity, indicating that a significant portion of the subject and message content overlaps, though not identically.</a:t>
            </a:r>
          </a:p>
          <a:p>
            <a:pPr algn="just">
              <a:lnSpc>
                <a:spcPct val="110000"/>
              </a:lnSpc>
            </a:pPr>
            <a:r>
              <a:rPr lang="en-US" sz="1400" b="1" dirty="0"/>
              <a:t>Analysis of Exact Matches</a:t>
            </a:r>
            <a:r>
              <a:rPr lang="en-US" sz="1400" dirty="0"/>
              <a:t>: To investigate whether developers are directly copying and pasting the subject and message contents, we calculated the count of records where the two columns are exactly identical. As shown in the bottom-right graph, only 4% of the records are exact matches, suggesting that while the subject and message columns share a high degree of similarity, they often differ slightly, likely due to minor variations or elaborations in the message content. This highlights that while there is a strong resemblance, developers are not merely duplicating content but making small adjustments to one or both fields.</a:t>
            </a:r>
          </a:p>
        </p:txBody>
      </p:sp>
      <p:sp>
        <p:nvSpPr>
          <p:cNvPr id="17" name="Round Diagonal Corner Rectangle 8">
            <a:extLst>
              <a:ext uri="{FF2B5EF4-FFF2-40B4-BE49-F238E27FC236}">
                <a16:creationId xmlns:a16="http://schemas.microsoft.com/office/drawing/2014/main" id="{A0F3E2DF-E827-4D2A-A6D3-15B8451C87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19997" y="618518"/>
            <a:ext cx="3425200" cy="5172683"/>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1EA58B7-E6C5-6D39-1FD4-74153CC37507}"/>
              </a:ext>
            </a:extLst>
          </p:cNvPr>
          <p:cNvPicPr>
            <a:picLocks noChangeAspect="1"/>
          </p:cNvPicPr>
          <p:nvPr/>
        </p:nvPicPr>
        <p:blipFill>
          <a:blip r:embed="rId3"/>
          <a:srcRect r="3948" b="3"/>
          <a:stretch/>
        </p:blipFill>
        <p:spPr>
          <a:xfrm>
            <a:off x="7940036" y="940250"/>
            <a:ext cx="2798580" cy="2177855"/>
          </a:xfrm>
          <a:prstGeom prst="rect">
            <a:avLst/>
          </a:prstGeom>
        </p:spPr>
      </p:pic>
      <p:pic>
        <p:nvPicPr>
          <p:cNvPr id="7" name="Picture 6">
            <a:extLst>
              <a:ext uri="{FF2B5EF4-FFF2-40B4-BE49-F238E27FC236}">
                <a16:creationId xmlns:a16="http://schemas.microsoft.com/office/drawing/2014/main" id="{E934DA74-37C6-FBEB-8C14-80247BD6AD5A}"/>
              </a:ext>
            </a:extLst>
          </p:cNvPr>
          <p:cNvPicPr>
            <a:picLocks noChangeAspect="1"/>
          </p:cNvPicPr>
          <p:nvPr/>
        </p:nvPicPr>
        <p:blipFill>
          <a:blip r:embed="rId4"/>
          <a:srcRect l="700" r="4" b="4"/>
          <a:stretch/>
        </p:blipFill>
        <p:spPr>
          <a:xfrm>
            <a:off x="7940036" y="3278244"/>
            <a:ext cx="2798580" cy="2191225"/>
          </a:xfrm>
          <a:prstGeom prst="rect">
            <a:avLst/>
          </a:prstGeom>
        </p:spPr>
      </p:pic>
    </p:spTree>
    <p:extLst>
      <p:ext uri="{BB962C8B-B14F-4D97-AF65-F5344CB8AC3E}">
        <p14:creationId xmlns:p14="http://schemas.microsoft.com/office/powerpoint/2010/main" val="2450211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58AE9-8D29-4541-55F2-1F8A1DD85C3C}"/>
              </a:ext>
            </a:extLst>
          </p:cNvPr>
          <p:cNvSpPr>
            <a:spLocks noGrp="1"/>
          </p:cNvSpPr>
          <p:nvPr>
            <p:ph type="title"/>
          </p:nvPr>
        </p:nvSpPr>
        <p:spPr>
          <a:xfrm>
            <a:off x="1141413" y="0"/>
            <a:ext cx="9905998" cy="1478570"/>
          </a:xfrm>
          <a:effectLst>
            <a:outerShdw blurRad="50800" dist="38100" dir="5400000" algn="t" rotWithShape="0">
              <a:prstClr val="black">
                <a:alpha val="40000"/>
              </a:prstClr>
            </a:outerShdw>
          </a:effectLst>
        </p:spPr>
        <p:txBody>
          <a:bodyPr/>
          <a:lstStyle/>
          <a:p>
            <a:pPr algn="ctr"/>
            <a:r>
              <a:rPr lang="en-US" b="1"/>
              <a:t>SUBJECT AND MESSAGE ANALYSIS ACROSS PROGRAMMING LANGUAGES</a:t>
            </a:r>
            <a:endParaRPr lang="en-US" b="1" dirty="0"/>
          </a:p>
        </p:txBody>
      </p:sp>
      <p:sp>
        <p:nvSpPr>
          <p:cNvPr id="3" name="Content Placeholder 2">
            <a:extLst>
              <a:ext uri="{FF2B5EF4-FFF2-40B4-BE49-F238E27FC236}">
                <a16:creationId xmlns:a16="http://schemas.microsoft.com/office/drawing/2014/main" id="{501314D2-DEBA-E300-65D9-6F7893F3D69D}"/>
              </a:ext>
            </a:extLst>
          </p:cNvPr>
          <p:cNvSpPr>
            <a:spLocks noGrp="1"/>
          </p:cNvSpPr>
          <p:nvPr>
            <p:ph idx="1"/>
          </p:nvPr>
        </p:nvSpPr>
        <p:spPr>
          <a:xfrm>
            <a:off x="6498991" y="1851618"/>
            <a:ext cx="4970899" cy="3917080"/>
          </a:xfrm>
        </p:spPr>
        <p:txBody>
          <a:bodyPr>
            <a:normAutofit fontScale="62500" lnSpcReduction="20000"/>
          </a:bodyPr>
          <a:lstStyle/>
          <a:p>
            <a:pPr algn="just"/>
            <a:r>
              <a:rPr lang="en-US" b="1" dirty="0"/>
              <a:t>Subject and Message Duplication Analysis:</a:t>
            </a:r>
            <a:r>
              <a:rPr lang="en-US" dirty="0"/>
              <a:t> This study examined the extent of duplication between subject and message records across different programming languages, providing insights into patterns of redundancy.</a:t>
            </a:r>
          </a:p>
          <a:p>
            <a:pPr algn="just"/>
            <a:r>
              <a:rPr lang="en-US" b="1" dirty="0"/>
              <a:t>High Duplication in Web Development Languages:</a:t>
            </a:r>
            <a:r>
              <a:rPr lang="en-US" dirty="0"/>
              <a:t> Web development languages like HTML, CSS, JavaScript, and PHP showed the highest similarity between subject and message records. This is likely because these records often include documentation details or repetitive information that is directly copied.</a:t>
            </a:r>
          </a:p>
          <a:p>
            <a:pPr algn="just"/>
            <a:r>
              <a:rPr lang="en-US" b="1" dirty="0"/>
              <a:t>Low Duplication in Object-Oriented Languages:</a:t>
            </a:r>
            <a:r>
              <a:rPr lang="en-US" dirty="0"/>
              <a:t> In contrast, object-oriented languages such as C++, Python, and C exhibited the least amount of duplication between subject and message records, suggesting more distinct and deliberate structuring of these elements in such repositories.</a:t>
            </a:r>
          </a:p>
        </p:txBody>
      </p:sp>
      <p:sp>
        <p:nvSpPr>
          <p:cNvPr id="6" name="Rectangle: Rounded Corners 5">
            <a:extLst>
              <a:ext uri="{FF2B5EF4-FFF2-40B4-BE49-F238E27FC236}">
                <a16:creationId xmlns:a16="http://schemas.microsoft.com/office/drawing/2014/main" id="{A44DFB47-6057-1E39-4F54-13BE08448D25}"/>
              </a:ext>
            </a:extLst>
          </p:cNvPr>
          <p:cNvSpPr/>
          <p:nvPr/>
        </p:nvSpPr>
        <p:spPr>
          <a:xfrm>
            <a:off x="472543" y="2001807"/>
            <a:ext cx="5897573" cy="3241334"/>
          </a:xfrm>
          <a:prstGeom prst="roundRect">
            <a:avLst/>
          </a:prstGeom>
          <a:solidFill>
            <a:schemeClr val="tx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3CBDDF1-41F5-90A0-86A9-E1A54E639732}"/>
              </a:ext>
            </a:extLst>
          </p:cNvPr>
          <p:cNvPicPr>
            <a:picLocks noChangeAspect="1"/>
          </p:cNvPicPr>
          <p:nvPr/>
        </p:nvPicPr>
        <p:blipFill>
          <a:blip r:embed="rId2"/>
          <a:stretch>
            <a:fillRect/>
          </a:stretch>
        </p:blipFill>
        <p:spPr>
          <a:xfrm>
            <a:off x="867226" y="2170603"/>
            <a:ext cx="5306388" cy="2903743"/>
          </a:xfrm>
          <a:prstGeom prst="rect">
            <a:avLst/>
          </a:prstGeom>
        </p:spPr>
      </p:pic>
    </p:spTree>
    <p:extLst>
      <p:ext uri="{BB962C8B-B14F-4D97-AF65-F5344CB8AC3E}">
        <p14:creationId xmlns:p14="http://schemas.microsoft.com/office/powerpoint/2010/main" val="2486377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B448F0-DA06-4165-AB5F-4330A20E0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2">
            <a:extLst>
              <a:ext uri="{FF2B5EF4-FFF2-40B4-BE49-F238E27FC236}">
                <a16:creationId xmlns:a16="http://schemas.microsoft.com/office/drawing/2014/main" id="{92D83638-A467-411A-9C31-FE9A111CD88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53" name="Group 52">
            <a:extLst>
              <a:ext uri="{FF2B5EF4-FFF2-40B4-BE49-F238E27FC236}">
                <a16:creationId xmlns:a16="http://schemas.microsoft.com/office/drawing/2014/main" id="{2576BCDF-119F-4EB5-83D7-ED823C93EB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solidFill>
            <a:schemeClr val="tx2">
              <a:alpha val="45000"/>
            </a:schemeClr>
          </a:solidFill>
        </p:grpSpPr>
        <p:sp>
          <p:nvSpPr>
            <p:cNvPr id="13" name="Rectangle 5">
              <a:extLst>
                <a:ext uri="{FF2B5EF4-FFF2-40B4-BE49-F238E27FC236}">
                  <a16:creationId xmlns:a16="http://schemas.microsoft.com/office/drawing/2014/main" id="{43D63E8F-FD8A-4CE3-B7C9-3E9E2B66B5F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4" name="Freeform 6">
              <a:extLst>
                <a:ext uri="{FF2B5EF4-FFF2-40B4-BE49-F238E27FC236}">
                  <a16:creationId xmlns:a16="http://schemas.microsoft.com/office/drawing/2014/main" id="{D107D890-1831-46D8-90FB-F2FC0B2884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5" name="Freeform 7">
              <a:extLst>
                <a:ext uri="{FF2B5EF4-FFF2-40B4-BE49-F238E27FC236}">
                  <a16:creationId xmlns:a16="http://schemas.microsoft.com/office/drawing/2014/main" id="{02440904-A4EC-4F72-8E22-AAF4D9DB5C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6" name="Freeform 8">
              <a:extLst>
                <a:ext uri="{FF2B5EF4-FFF2-40B4-BE49-F238E27FC236}">
                  <a16:creationId xmlns:a16="http://schemas.microsoft.com/office/drawing/2014/main" id="{625E9C1F-1569-416B-A85C-FA14348722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7" name="Freeform 9">
              <a:extLst>
                <a:ext uri="{FF2B5EF4-FFF2-40B4-BE49-F238E27FC236}">
                  <a16:creationId xmlns:a16="http://schemas.microsoft.com/office/drawing/2014/main" id="{3A186C77-43BF-4B1B-8170-48944F3057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8" name="Freeform 10">
              <a:extLst>
                <a:ext uri="{FF2B5EF4-FFF2-40B4-BE49-F238E27FC236}">
                  <a16:creationId xmlns:a16="http://schemas.microsoft.com/office/drawing/2014/main" id="{FA8D72C1-8526-44B4-9333-5E0057ECC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9" name="Freeform 11">
              <a:extLst>
                <a:ext uri="{FF2B5EF4-FFF2-40B4-BE49-F238E27FC236}">
                  <a16:creationId xmlns:a16="http://schemas.microsoft.com/office/drawing/2014/main" id="{790E4BA0-9C47-48B6-AA4A-8FC22DA954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12">
              <a:extLst>
                <a:ext uri="{FF2B5EF4-FFF2-40B4-BE49-F238E27FC236}">
                  <a16:creationId xmlns:a16="http://schemas.microsoft.com/office/drawing/2014/main" id="{FD051475-431F-4B9D-94C6-7B49A69582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13">
              <a:extLst>
                <a:ext uri="{FF2B5EF4-FFF2-40B4-BE49-F238E27FC236}">
                  <a16:creationId xmlns:a16="http://schemas.microsoft.com/office/drawing/2014/main" id="{82255D2F-85A1-4A19-8BC4-EB2715F36C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14">
              <a:extLst>
                <a:ext uri="{FF2B5EF4-FFF2-40B4-BE49-F238E27FC236}">
                  <a16:creationId xmlns:a16="http://schemas.microsoft.com/office/drawing/2014/main" id="{EBC3A004-9794-4EFA-83F0-989248797C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15">
              <a:extLst>
                <a:ext uri="{FF2B5EF4-FFF2-40B4-BE49-F238E27FC236}">
                  <a16:creationId xmlns:a16="http://schemas.microsoft.com/office/drawing/2014/main" id="{6EFD9FC3-E11A-44E3-BCAC-A07F3C601F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Line 16">
              <a:extLst>
                <a:ext uri="{FF2B5EF4-FFF2-40B4-BE49-F238E27FC236}">
                  <a16:creationId xmlns:a16="http://schemas.microsoft.com/office/drawing/2014/main" id="{AB6AB6F7-6592-4028-B349-1C0E53A29C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65" name="Freeform 17">
              <a:extLst>
                <a:ext uri="{FF2B5EF4-FFF2-40B4-BE49-F238E27FC236}">
                  <a16:creationId xmlns:a16="http://schemas.microsoft.com/office/drawing/2014/main" id="{6C2415E6-F914-4C11-B48B-4910AA6CA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18">
              <a:extLst>
                <a:ext uri="{FF2B5EF4-FFF2-40B4-BE49-F238E27FC236}">
                  <a16:creationId xmlns:a16="http://schemas.microsoft.com/office/drawing/2014/main" id="{2412013C-072A-489E-851A-CFEF91A9A6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19">
              <a:extLst>
                <a:ext uri="{FF2B5EF4-FFF2-40B4-BE49-F238E27FC236}">
                  <a16:creationId xmlns:a16="http://schemas.microsoft.com/office/drawing/2014/main" id="{DE93DF9F-296F-4DE4-8813-D8C04DE4C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20">
              <a:extLst>
                <a:ext uri="{FF2B5EF4-FFF2-40B4-BE49-F238E27FC236}">
                  <a16:creationId xmlns:a16="http://schemas.microsoft.com/office/drawing/2014/main" id="{F440D966-5030-460C-9916-BF9B915421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Rectangle 21">
              <a:extLst>
                <a:ext uri="{FF2B5EF4-FFF2-40B4-BE49-F238E27FC236}">
                  <a16:creationId xmlns:a16="http://schemas.microsoft.com/office/drawing/2014/main" id="{1EFE245D-BA05-4F4D-A6E8-40739F48E76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0" name="Freeform 22">
              <a:extLst>
                <a:ext uri="{FF2B5EF4-FFF2-40B4-BE49-F238E27FC236}">
                  <a16:creationId xmlns:a16="http://schemas.microsoft.com/office/drawing/2014/main" id="{ED67811C-F735-441C-98A6-2517EC099A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Freeform 23">
              <a:extLst>
                <a:ext uri="{FF2B5EF4-FFF2-40B4-BE49-F238E27FC236}">
                  <a16:creationId xmlns:a16="http://schemas.microsoft.com/office/drawing/2014/main" id="{3070FC44-32F9-470F-A131-868F3F1DB7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24">
              <a:extLst>
                <a:ext uri="{FF2B5EF4-FFF2-40B4-BE49-F238E27FC236}">
                  <a16:creationId xmlns:a16="http://schemas.microsoft.com/office/drawing/2014/main" id="{95FB52C7-C779-4E3F-978C-4595FEF86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25">
              <a:extLst>
                <a:ext uri="{FF2B5EF4-FFF2-40B4-BE49-F238E27FC236}">
                  <a16:creationId xmlns:a16="http://schemas.microsoft.com/office/drawing/2014/main" id="{D4EB1759-62AC-4B24-9DC6-E4F8737E89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Freeform 26">
              <a:extLst>
                <a:ext uri="{FF2B5EF4-FFF2-40B4-BE49-F238E27FC236}">
                  <a16:creationId xmlns:a16="http://schemas.microsoft.com/office/drawing/2014/main" id="{7BF6FB39-864B-4F58-86E8-790E16FB3C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5" name="Freeform 27">
              <a:extLst>
                <a:ext uri="{FF2B5EF4-FFF2-40B4-BE49-F238E27FC236}">
                  <a16:creationId xmlns:a16="http://schemas.microsoft.com/office/drawing/2014/main" id="{5FE4FA46-B51C-43DA-87FC-2644ED117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Freeform 28">
              <a:extLst>
                <a:ext uri="{FF2B5EF4-FFF2-40B4-BE49-F238E27FC236}">
                  <a16:creationId xmlns:a16="http://schemas.microsoft.com/office/drawing/2014/main" id="{25DD1322-2D3A-4E7B-B23B-B4F96E02C2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29">
              <a:extLst>
                <a:ext uri="{FF2B5EF4-FFF2-40B4-BE49-F238E27FC236}">
                  <a16:creationId xmlns:a16="http://schemas.microsoft.com/office/drawing/2014/main" id="{6E4FFBEB-52BB-494D-AD99-A0F072AB6F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30">
              <a:extLst>
                <a:ext uri="{FF2B5EF4-FFF2-40B4-BE49-F238E27FC236}">
                  <a16:creationId xmlns:a16="http://schemas.microsoft.com/office/drawing/2014/main" id="{7DE92406-3F65-4333-BAAA-A9A7B5AEE9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31">
              <a:extLst>
                <a:ext uri="{FF2B5EF4-FFF2-40B4-BE49-F238E27FC236}">
                  <a16:creationId xmlns:a16="http://schemas.microsoft.com/office/drawing/2014/main" id="{B8B0FFC4-D1BB-4BB9-A224-BB78BFD338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A7AD4405-FF79-D37B-9814-E03B2B6ED41D}"/>
              </a:ext>
            </a:extLst>
          </p:cNvPr>
          <p:cNvSpPr>
            <a:spLocks noGrp="1"/>
          </p:cNvSpPr>
          <p:nvPr>
            <p:ph type="title"/>
          </p:nvPr>
        </p:nvSpPr>
        <p:spPr>
          <a:xfrm>
            <a:off x="1173163" y="4232"/>
            <a:ext cx="9906000" cy="1117073"/>
          </a:xfrm>
          <a:effectLst>
            <a:outerShdw blurRad="50800" dist="38100" dir="5400000" algn="t" rotWithShape="0">
              <a:prstClr val="black">
                <a:alpha val="40000"/>
              </a:prstClr>
            </a:outerShdw>
          </a:effectLst>
        </p:spPr>
        <p:txBody>
          <a:bodyPr>
            <a:normAutofit/>
          </a:bodyPr>
          <a:lstStyle/>
          <a:p>
            <a:pPr algn="ctr"/>
            <a:r>
              <a:rPr lang="en-US" sz="4000" b="1" dirty="0"/>
              <a:t>CONCLUSION</a:t>
            </a:r>
          </a:p>
        </p:txBody>
      </p:sp>
      <p:pic>
        <p:nvPicPr>
          <p:cNvPr id="5" name="Content Placeholder 4" descr="Clipboard Checked with solid fill">
            <a:extLst>
              <a:ext uri="{FF2B5EF4-FFF2-40B4-BE49-F238E27FC236}">
                <a16:creationId xmlns:a16="http://schemas.microsoft.com/office/drawing/2014/main" id="{080F8E35-1FA5-6BC3-BA52-98874037DD0D}"/>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rcRect/>
          <a:stretch/>
        </p:blipFill>
        <p:spPr>
          <a:xfrm>
            <a:off x="5638800" y="1042988"/>
            <a:ext cx="914400" cy="914400"/>
          </a:xfrm>
        </p:spPr>
      </p:pic>
      <p:grpSp>
        <p:nvGrpSpPr>
          <p:cNvPr id="80" name="Group 79">
            <a:extLst>
              <a:ext uri="{FF2B5EF4-FFF2-40B4-BE49-F238E27FC236}">
                <a16:creationId xmlns:a16="http://schemas.microsoft.com/office/drawing/2014/main" id="{8DB4BB99-C854-45F9-BED1-63D15E3A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2">
              <a:alpha val="45000"/>
            </a:schemeClr>
          </a:solidFill>
        </p:grpSpPr>
        <p:sp>
          <p:nvSpPr>
            <p:cNvPr id="42" name="Freeform 32">
              <a:extLst>
                <a:ext uri="{FF2B5EF4-FFF2-40B4-BE49-F238E27FC236}">
                  <a16:creationId xmlns:a16="http://schemas.microsoft.com/office/drawing/2014/main" id="{5D1CCC4C-284C-4BF6-97D9-D97467463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3">
              <a:extLst>
                <a:ext uri="{FF2B5EF4-FFF2-40B4-BE49-F238E27FC236}">
                  <a16:creationId xmlns:a16="http://schemas.microsoft.com/office/drawing/2014/main" id="{35D82D1B-EB09-4028-9107-D60B547C7B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4">
              <a:extLst>
                <a:ext uri="{FF2B5EF4-FFF2-40B4-BE49-F238E27FC236}">
                  <a16:creationId xmlns:a16="http://schemas.microsoft.com/office/drawing/2014/main" id="{1389EE93-8059-437E-8507-7557AD68FB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5">
              <a:extLst>
                <a:ext uri="{FF2B5EF4-FFF2-40B4-BE49-F238E27FC236}">
                  <a16:creationId xmlns:a16="http://schemas.microsoft.com/office/drawing/2014/main" id="{377C05DC-75FF-4426-A34F-DBF0C7E7B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6">
              <a:extLst>
                <a:ext uri="{FF2B5EF4-FFF2-40B4-BE49-F238E27FC236}">
                  <a16:creationId xmlns:a16="http://schemas.microsoft.com/office/drawing/2014/main" id="{03D385C8-866D-437D-91B1-2E3ECDD88E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37">
              <a:extLst>
                <a:ext uri="{FF2B5EF4-FFF2-40B4-BE49-F238E27FC236}">
                  <a16:creationId xmlns:a16="http://schemas.microsoft.com/office/drawing/2014/main" id="{3F649CBB-748F-4C79-A14F-C531C40B0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38">
              <a:extLst>
                <a:ext uri="{FF2B5EF4-FFF2-40B4-BE49-F238E27FC236}">
                  <a16:creationId xmlns:a16="http://schemas.microsoft.com/office/drawing/2014/main" id="{7F4622C0-84AF-41F1-9128-FE73CADD36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39">
              <a:extLst>
                <a:ext uri="{FF2B5EF4-FFF2-40B4-BE49-F238E27FC236}">
                  <a16:creationId xmlns:a16="http://schemas.microsoft.com/office/drawing/2014/main" id="{CC6F29C1-A471-4CDE-8C21-E4B15C5E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40">
              <a:extLst>
                <a:ext uri="{FF2B5EF4-FFF2-40B4-BE49-F238E27FC236}">
                  <a16:creationId xmlns:a16="http://schemas.microsoft.com/office/drawing/2014/main" id="{67F5B7DA-86C7-4AE0-96B6-D7F5AA51E2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Rectangle 41">
              <a:extLst>
                <a:ext uri="{FF2B5EF4-FFF2-40B4-BE49-F238E27FC236}">
                  <a16:creationId xmlns:a16="http://schemas.microsoft.com/office/drawing/2014/main" id="{0FA481E3-0439-484A-AC9B-19D58B98E49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sp>
        <p:nvSpPr>
          <p:cNvPr id="82" name="TextBox 81">
            <a:extLst>
              <a:ext uri="{FF2B5EF4-FFF2-40B4-BE49-F238E27FC236}">
                <a16:creationId xmlns:a16="http://schemas.microsoft.com/office/drawing/2014/main" id="{B6CF3B8E-0892-E142-A35B-EAC2E75C57CD}"/>
              </a:ext>
            </a:extLst>
          </p:cNvPr>
          <p:cNvSpPr txBox="1"/>
          <p:nvPr/>
        </p:nvSpPr>
        <p:spPr>
          <a:xfrm>
            <a:off x="1287465" y="1637744"/>
            <a:ext cx="9688510" cy="5502981"/>
          </a:xfrm>
          <a:prstGeom prst="rect">
            <a:avLst/>
          </a:prstGeom>
          <a:noFill/>
        </p:spPr>
        <p:txBody>
          <a:bodyPr wrap="square" rtlCol="0">
            <a:spAutoFit/>
          </a:bodyPr>
          <a:lstStyle/>
          <a:p>
            <a:pPr algn="just">
              <a:lnSpc>
                <a:spcPct val="120000"/>
              </a:lnSpc>
            </a:pPr>
            <a:endParaRPr lang="en-US" sz="1400" dirty="0"/>
          </a:p>
          <a:p>
            <a:pPr algn="just">
              <a:lnSpc>
                <a:spcPct val="120000"/>
              </a:lnSpc>
            </a:pPr>
            <a:endParaRPr lang="en-US" sz="1400" dirty="0"/>
          </a:p>
          <a:p>
            <a:pPr algn="just">
              <a:lnSpc>
                <a:spcPct val="120000"/>
              </a:lnSpc>
            </a:pPr>
            <a:r>
              <a:rPr lang="en-US" sz="1400" dirty="0"/>
              <a:t>This project provided an in-depth analysis of GitHub repositories to explore whether AI-powered tools like </a:t>
            </a:r>
            <a:r>
              <a:rPr lang="en-US" sz="1400" dirty="0" err="1"/>
              <a:t>TuringBots</a:t>
            </a:r>
            <a:r>
              <a:rPr lang="en-US" sz="1400" dirty="0"/>
              <a:t> could replace human software developers. By examining five key datasets i.e., commits, files, licenses, languages, and contents, we uncovered valuable insights into the patterns, technologies, and practices shaping the open-source ecosystem. The timeline analysis revealed distinct peaks and valleys in contribution trends, indicating seasonal or event-driven spikes in activity. Additionally, while C remained the most popular language, the most rapidly growing repositories demonstrated the dominance of C++, Python, and JavaScript, highlighting where AI-powered development tools could have the most impact. The study of licenses showed a strong preference for permissive licenses like MIT and Apache, suggesting the importance of AI tools that respect these licensing requirements.</a:t>
            </a:r>
          </a:p>
          <a:p>
            <a:pPr algn="just">
              <a:lnSpc>
                <a:spcPct val="120000"/>
              </a:lnSpc>
            </a:pPr>
            <a:endParaRPr lang="en-US" sz="1400" dirty="0"/>
          </a:p>
          <a:p>
            <a:pPr algn="just">
              <a:lnSpc>
                <a:spcPct val="120000"/>
              </a:lnSpc>
            </a:pPr>
            <a:r>
              <a:rPr lang="en-US" sz="1400" dirty="0"/>
              <a:t>The similarity analysis of commit messages and subjects identified areas where redundancy and repetitive tasks occur, providing actionable insights for developing AI tools that automate these processes. Across the top programming languages, we observed varying levels of uniqueness in commit activity, suggesting opportunities for AI to optimize workflows in specific communities. By combining these findings, this project not only sheds light on the current state of open-source development but also provides a roadmap for how AI tools like </a:t>
            </a:r>
            <a:r>
              <a:rPr lang="en-US" sz="1400" dirty="0" err="1"/>
              <a:t>TuringBots</a:t>
            </a:r>
            <a:r>
              <a:rPr lang="en-US" sz="1400" dirty="0"/>
              <a:t> can augment human developers by increasing efficiency, enhancing productivity, and driving innovation in the software development landscape.</a:t>
            </a:r>
          </a:p>
          <a:p>
            <a:pPr algn="just">
              <a:lnSpc>
                <a:spcPct val="120000"/>
              </a:lnSpc>
            </a:pPr>
            <a:endParaRPr lang="en-US" sz="1400" dirty="0"/>
          </a:p>
          <a:p>
            <a:pPr algn="just">
              <a:lnSpc>
                <a:spcPct val="120000"/>
              </a:lnSpc>
            </a:pPr>
            <a:endParaRPr lang="en-US" sz="1400" dirty="0"/>
          </a:p>
          <a:p>
            <a:pPr algn="just">
              <a:lnSpc>
                <a:spcPct val="120000"/>
              </a:lnSpc>
            </a:pPr>
            <a:endParaRPr lang="en-US" sz="1400" dirty="0"/>
          </a:p>
          <a:p>
            <a:pPr algn="just">
              <a:lnSpc>
                <a:spcPct val="120000"/>
              </a:lnSpc>
            </a:pPr>
            <a:endParaRPr lang="en-US" sz="1400" dirty="0"/>
          </a:p>
          <a:p>
            <a:pPr algn="just">
              <a:lnSpc>
                <a:spcPct val="120000"/>
              </a:lnSpc>
            </a:pPr>
            <a:endParaRPr lang="en-US" sz="1400" dirty="0"/>
          </a:p>
        </p:txBody>
      </p:sp>
    </p:spTree>
    <p:extLst>
      <p:ext uri="{BB962C8B-B14F-4D97-AF65-F5344CB8AC3E}">
        <p14:creationId xmlns:p14="http://schemas.microsoft.com/office/powerpoint/2010/main" val="1115164298"/>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B448F0-DA06-4165-AB5F-4330A20E0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92D83638-A467-411A-9C31-FE9A111CD88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2576BCDF-119F-4EB5-83D7-ED823C93EB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solidFill>
            <a:schemeClr val="tx2">
              <a:alpha val="45000"/>
            </a:schemeClr>
          </a:solidFill>
        </p:grpSpPr>
        <p:sp>
          <p:nvSpPr>
            <p:cNvPr id="13" name="Rectangle 5">
              <a:extLst>
                <a:ext uri="{FF2B5EF4-FFF2-40B4-BE49-F238E27FC236}">
                  <a16:creationId xmlns:a16="http://schemas.microsoft.com/office/drawing/2014/main" id="{43D63E8F-FD8A-4CE3-B7C9-3E9E2B66B5F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4" name="Freeform 6">
              <a:extLst>
                <a:ext uri="{FF2B5EF4-FFF2-40B4-BE49-F238E27FC236}">
                  <a16:creationId xmlns:a16="http://schemas.microsoft.com/office/drawing/2014/main" id="{D107D890-1831-46D8-90FB-F2FC0B2884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 name="Freeform 7">
              <a:extLst>
                <a:ext uri="{FF2B5EF4-FFF2-40B4-BE49-F238E27FC236}">
                  <a16:creationId xmlns:a16="http://schemas.microsoft.com/office/drawing/2014/main" id="{02440904-A4EC-4F72-8E22-AAF4D9DB5C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8">
              <a:extLst>
                <a:ext uri="{FF2B5EF4-FFF2-40B4-BE49-F238E27FC236}">
                  <a16:creationId xmlns:a16="http://schemas.microsoft.com/office/drawing/2014/main" id="{625E9C1F-1569-416B-A85C-FA14348722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9">
              <a:extLst>
                <a:ext uri="{FF2B5EF4-FFF2-40B4-BE49-F238E27FC236}">
                  <a16:creationId xmlns:a16="http://schemas.microsoft.com/office/drawing/2014/main" id="{3A186C77-43BF-4B1B-8170-48944F3057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10">
              <a:extLst>
                <a:ext uri="{FF2B5EF4-FFF2-40B4-BE49-F238E27FC236}">
                  <a16:creationId xmlns:a16="http://schemas.microsoft.com/office/drawing/2014/main" id="{FA8D72C1-8526-44B4-9333-5E0057ECC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1">
              <a:extLst>
                <a:ext uri="{FF2B5EF4-FFF2-40B4-BE49-F238E27FC236}">
                  <a16:creationId xmlns:a16="http://schemas.microsoft.com/office/drawing/2014/main" id="{790E4BA0-9C47-48B6-AA4A-8FC22DA954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2">
              <a:extLst>
                <a:ext uri="{FF2B5EF4-FFF2-40B4-BE49-F238E27FC236}">
                  <a16:creationId xmlns:a16="http://schemas.microsoft.com/office/drawing/2014/main" id="{FD051475-431F-4B9D-94C6-7B49A69582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3">
              <a:extLst>
                <a:ext uri="{FF2B5EF4-FFF2-40B4-BE49-F238E27FC236}">
                  <a16:creationId xmlns:a16="http://schemas.microsoft.com/office/drawing/2014/main" id="{82255D2F-85A1-4A19-8BC4-EB2715F36C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4">
              <a:extLst>
                <a:ext uri="{FF2B5EF4-FFF2-40B4-BE49-F238E27FC236}">
                  <a16:creationId xmlns:a16="http://schemas.microsoft.com/office/drawing/2014/main" id="{EBC3A004-9794-4EFA-83F0-989248797C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15">
              <a:extLst>
                <a:ext uri="{FF2B5EF4-FFF2-40B4-BE49-F238E27FC236}">
                  <a16:creationId xmlns:a16="http://schemas.microsoft.com/office/drawing/2014/main" id="{6EFD9FC3-E11A-44E3-BCAC-A07F3C601F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Line 16">
              <a:extLst>
                <a:ext uri="{FF2B5EF4-FFF2-40B4-BE49-F238E27FC236}">
                  <a16:creationId xmlns:a16="http://schemas.microsoft.com/office/drawing/2014/main" id="{AB6AB6F7-6592-4028-B349-1C0E53A29C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5" name="Freeform 17">
              <a:extLst>
                <a:ext uri="{FF2B5EF4-FFF2-40B4-BE49-F238E27FC236}">
                  <a16:creationId xmlns:a16="http://schemas.microsoft.com/office/drawing/2014/main" id="{6C2415E6-F914-4C11-B48B-4910AA6CA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18">
              <a:extLst>
                <a:ext uri="{FF2B5EF4-FFF2-40B4-BE49-F238E27FC236}">
                  <a16:creationId xmlns:a16="http://schemas.microsoft.com/office/drawing/2014/main" id="{2412013C-072A-489E-851A-CFEF91A9A6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19">
              <a:extLst>
                <a:ext uri="{FF2B5EF4-FFF2-40B4-BE49-F238E27FC236}">
                  <a16:creationId xmlns:a16="http://schemas.microsoft.com/office/drawing/2014/main" id="{DE93DF9F-296F-4DE4-8813-D8C04DE4C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20">
              <a:extLst>
                <a:ext uri="{FF2B5EF4-FFF2-40B4-BE49-F238E27FC236}">
                  <a16:creationId xmlns:a16="http://schemas.microsoft.com/office/drawing/2014/main" id="{F440D966-5030-460C-9916-BF9B915421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Rectangle 21">
              <a:extLst>
                <a:ext uri="{FF2B5EF4-FFF2-40B4-BE49-F238E27FC236}">
                  <a16:creationId xmlns:a16="http://schemas.microsoft.com/office/drawing/2014/main" id="{1EFE245D-BA05-4F4D-A6E8-40739F48E76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0" name="Freeform 22">
              <a:extLst>
                <a:ext uri="{FF2B5EF4-FFF2-40B4-BE49-F238E27FC236}">
                  <a16:creationId xmlns:a16="http://schemas.microsoft.com/office/drawing/2014/main" id="{ED67811C-F735-441C-98A6-2517EC099A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3">
              <a:extLst>
                <a:ext uri="{FF2B5EF4-FFF2-40B4-BE49-F238E27FC236}">
                  <a16:creationId xmlns:a16="http://schemas.microsoft.com/office/drawing/2014/main" id="{3070FC44-32F9-470F-A131-868F3F1DB7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4">
              <a:extLst>
                <a:ext uri="{FF2B5EF4-FFF2-40B4-BE49-F238E27FC236}">
                  <a16:creationId xmlns:a16="http://schemas.microsoft.com/office/drawing/2014/main" id="{95FB52C7-C779-4E3F-978C-4595FEF86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5">
              <a:extLst>
                <a:ext uri="{FF2B5EF4-FFF2-40B4-BE49-F238E27FC236}">
                  <a16:creationId xmlns:a16="http://schemas.microsoft.com/office/drawing/2014/main" id="{D4EB1759-62AC-4B24-9DC6-E4F8737E89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6">
              <a:extLst>
                <a:ext uri="{FF2B5EF4-FFF2-40B4-BE49-F238E27FC236}">
                  <a16:creationId xmlns:a16="http://schemas.microsoft.com/office/drawing/2014/main" id="{7BF6FB39-864B-4F58-86E8-790E16FB3C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7">
              <a:extLst>
                <a:ext uri="{FF2B5EF4-FFF2-40B4-BE49-F238E27FC236}">
                  <a16:creationId xmlns:a16="http://schemas.microsoft.com/office/drawing/2014/main" id="{5FE4FA46-B51C-43DA-87FC-2644ED117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28">
              <a:extLst>
                <a:ext uri="{FF2B5EF4-FFF2-40B4-BE49-F238E27FC236}">
                  <a16:creationId xmlns:a16="http://schemas.microsoft.com/office/drawing/2014/main" id="{25DD1322-2D3A-4E7B-B23B-B4F96E02C2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29">
              <a:extLst>
                <a:ext uri="{FF2B5EF4-FFF2-40B4-BE49-F238E27FC236}">
                  <a16:creationId xmlns:a16="http://schemas.microsoft.com/office/drawing/2014/main" id="{6E4FFBEB-52BB-494D-AD99-A0F072AB6F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30">
              <a:extLst>
                <a:ext uri="{FF2B5EF4-FFF2-40B4-BE49-F238E27FC236}">
                  <a16:creationId xmlns:a16="http://schemas.microsoft.com/office/drawing/2014/main" id="{7DE92406-3F65-4333-BAAA-A9A7B5AEE9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31">
              <a:extLst>
                <a:ext uri="{FF2B5EF4-FFF2-40B4-BE49-F238E27FC236}">
                  <a16:creationId xmlns:a16="http://schemas.microsoft.com/office/drawing/2014/main" id="{B8B0FFC4-D1BB-4BB9-A224-BB78BFD338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636D7318-6D71-ABDC-14DC-4D8D9D0228FB}"/>
              </a:ext>
            </a:extLst>
          </p:cNvPr>
          <p:cNvSpPr>
            <a:spLocks noGrp="1"/>
          </p:cNvSpPr>
          <p:nvPr>
            <p:ph type="title"/>
          </p:nvPr>
        </p:nvSpPr>
        <p:spPr>
          <a:xfrm>
            <a:off x="1169988" y="-7674"/>
            <a:ext cx="9906000" cy="1117073"/>
          </a:xfrm>
          <a:effectLst>
            <a:outerShdw blurRad="50800" dist="38100" dir="5400000" algn="t" rotWithShape="0">
              <a:prstClr val="black">
                <a:alpha val="40000"/>
              </a:prstClr>
            </a:outerShdw>
          </a:effectLst>
        </p:spPr>
        <p:txBody>
          <a:bodyPr>
            <a:normAutofit/>
          </a:bodyPr>
          <a:lstStyle/>
          <a:p>
            <a:pPr algn="ctr"/>
            <a:r>
              <a:rPr lang="en-US" sz="4000" b="1" dirty="0"/>
              <a:t>RECOMMENDATIONS</a:t>
            </a:r>
          </a:p>
        </p:txBody>
      </p:sp>
      <p:pic>
        <p:nvPicPr>
          <p:cNvPr id="5" name="Content Placeholder 4" descr="Lights On with solid fill">
            <a:extLst>
              <a:ext uri="{FF2B5EF4-FFF2-40B4-BE49-F238E27FC236}">
                <a16:creationId xmlns:a16="http://schemas.microsoft.com/office/drawing/2014/main" id="{1E2DC6ED-FB86-7DBA-C5CC-0F203DBCFD78}"/>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5669756" y="910432"/>
            <a:ext cx="914400" cy="914400"/>
          </a:xfrm>
        </p:spPr>
      </p:pic>
      <p:grpSp>
        <p:nvGrpSpPr>
          <p:cNvPr id="41" name="Group 40">
            <a:extLst>
              <a:ext uri="{FF2B5EF4-FFF2-40B4-BE49-F238E27FC236}">
                <a16:creationId xmlns:a16="http://schemas.microsoft.com/office/drawing/2014/main" id="{8DB4BB99-C854-45F9-BED1-63D15E3A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2">
              <a:alpha val="45000"/>
            </a:schemeClr>
          </a:solidFill>
        </p:grpSpPr>
        <p:sp>
          <p:nvSpPr>
            <p:cNvPr id="42" name="Freeform 32">
              <a:extLst>
                <a:ext uri="{FF2B5EF4-FFF2-40B4-BE49-F238E27FC236}">
                  <a16:creationId xmlns:a16="http://schemas.microsoft.com/office/drawing/2014/main" id="{5D1CCC4C-284C-4BF6-97D9-D97467463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3">
              <a:extLst>
                <a:ext uri="{FF2B5EF4-FFF2-40B4-BE49-F238E27FC236}">
                  <a16:creationId xmlns:a16="http://schemas.microsoft.com/office/drawing/2014/main" id="{35D82D1B-EB09-4028-9107-D60B547C7B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4">
              <a:extLst>
                <a:ext uri="{FF2B5EF4-FFF2-40B4-BE49-F238E27FC236}">
                  <a16:creationId xmlns:a16="http://schemas.microsoft.com/office/drawing/2014/main" id="{1389EE93-8059-437E-8507-7557AD68FB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5">
              <a:extLst>
                <a:ext uri="{FF2B5EF4-FFF2-40B4-BE49-F238E27FC236}">
                  <a16:creationId xmlns:a16="http://schemas.microsoft.com/office/drawing/2014/main" id="{377C05DC-75FF-4426-A34F-DBF0C7E7B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6">
              <a:extLst>
                <a:ext uri="{FF2B5EF4-FFF2-40B4-BE49-F238E27FC236}">
                  <a16:creationId xmlns:a16="http://schemas.microsoft.com/office/drawing/2014/main" id="{03D385C8-866D-437D-91B1-2E3ECDD88E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37">
              <a:extLst>
                <a:ext uri="{FF2B5EF4-FFF2-40B4-BE49-F238E27FC236}">
                  <a16:creationId xmlns:a16="http://schemas.microsoft.com/office/drawing/2014/main" id="{3F649CBB-748F-4C79-A14F-C531C40B0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38">
              <a:extLst>
                <a:ext uri="{FF2B5EF4-FFF2-40B4-BE49-F238E27FC236}">
                  <a16:creationId xmlns:a16="http://schemas.microsoft.com/office/drawing/2014/main" id="{7F4622C0-84AF-41F1-9128-FE73CADD36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39">
              <a:extLst>
                <a:ext uri="{FF2B5EF4-FFF2-40B4-BE49-F238E27FC236}">
                  <a16:creationId xmlns:a16="http://schemas.microsoft.com/office/drawing/2014/main" id="{CC6F29C1-A471-4CDE-8C21-E4B15C5E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40">
              <a:extLst>
                <a:ext uri="{FF2B5EF4-FFF2-40B4-BE49-F238E27FC236}">
                  <a16:creationId xmlns:a16="http://schemas.microsoft.com/office/drawing/2014/main" id="{67F5B7DA-86C7-4AE0-96B6-D7F5AA51E2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Rectangle 41">
              <a:extLst>
                <a:ext uri="{FF2B5EF4-FFF2-40B4-BE49-F238E27FC236}">
                  <a16:creationId xmlns:a16="http://schemas.microsoft.com/office/drawing/2014/main" id="{0FA481E3-0439-484A-AC9B-19D58B98E49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sp>
        <p:nvSpPr>
          <p:cNvPr id="6" name="TextBox 5">
            <a:extLst>
              <a:ext uri="{FF2B5EF4-FFF2-40B4-BE49-F238E27FC236}">
                <a16:creationId xmlns:a16="http://schemas.microsoft.com/office/drawing/2014/main" id="{970FD20F-A49A-ACC5-ECDA-E2C78280D2D6}"/>
              </a:ext>
            </a:extLst>
          </p:cNvPr>
          <p:cNvSpPr txBox="1"/>
          <p:nvPr/>
        </p:nvSpPr>
        <p:spPr>
          <a:xfrm>
            <a:off x="1211263" y="1957388"/>
            <a:ext cx="9745661" cy="4636397"/>
          </a:xfrm>
          <a:prstGeom prst="rect">
            <a:avLst/>
          </a:prstGeom>
          <a:noFill/>
        </p:spPr>
        <p:txBody>
          <a:bodyPr wrap="square" rtlCol="0">
            <a:spAutoFit/>
          </a:bodyPr>
          <a:lstStyle/>
          <a:p>
            <a:pPr algn="just">
              <a:lnSpc>
                <a:spcPct val="120000"/>
              </a:lnSpc>
            </a:pPr>
            <a:r>
              <a:rPr lang="en-US" sz="1300" dirty="0"/>
              <a:t>With the rise of AI tools, it is inevitable that </a:t>
            </a:r>
            <a:r>
              <a:rPr lang="en-US" sz="1300" dirty="0" err="1"/>
              <a:t>TuringBots</a:t>
            </a:r>
            <a:r>
              <a:rPr lang="en-US" sz="1300" dirty="0"/>
              <a:t> will play a significant role in assisting developers with programming tasks. However, there are several proactive steps we can take to ensure this collaboration is both effective and beneficial.</a:t>
            </a:r>
          </a:p>
          <a:p>
            <a:pPr algn="just">
              <a:lnSpc>
                <a:spcPct val="120000"/>
              </a:lnSpc>
            </a:pPr>
            <a:endParaRPr lang="en-US" sz="1300" dirty="0"/>
          </a:p>
          <a:p>
            <a:pPr algn="just">
              <a:lnSpc>
                <a:spcPct val="120000"/>
              </a:lnSpc>
            </a:pPr>
            <a:r>
              <a:rPr lang="en-US" sz="1300" b="1" dirty="0"/>
              <a:t>Embrace AI as a Collaborative Tool</a:t>
            </a:r>
            <a:r>
              <a:rPr lang="en-US" sz="1300" dirty="0"/>
              <a:t>: Leverage AI tools like </a:t>
            </a:r>
            <a:r>
              <a:rPr lang="en-US" sz="1300" dirty="0" err="1"/>
              <a:t>TuringBots</a:t>
            </a:r>
            <a:r>
              <a:rPr lang="en-US" sz="1300" dirty="0"/>
              <a:t> to enhance productivity and automate repetitive tasks, while retaining human oversight for creativity and critical problem-solving.</a:t>
            </a:r>
          </a:p>
          <a:p>
            <a:pPr algn="just">
              <a:lnSpc>
                <a:spcPct val="120000"/>
              </a:lnSpc>
            </a:pPr>
            <a:endParaRPr lang="en-US" sz="1300" dirty="0"/>
          </a:p>
          <a:p>
            <a:pPr algn="just">
              <a:lnSpc>
                <a:spcPct val="120000"/>
              </a:lnSpc>
            </a:pPr>
            <a:r>
              <a:rPr lang="en-US" sz="1300" b="1" dirty="0"/>
              <a:t>Invest in Developer-AI Training</a:t>
            </a:r>
            <a:r>
              <a:rPr lang="en-US" sz="1300" dirty="0"/>
              <a:t>: Equip developers with skills to effectively collaborate with AI tools, ensuring seamless integration into workflows.</a:t>
            </a:r>
          </a:p>
          <a:p>
            <a:pPr algn="just">
              <a:lnSpc>
                <a:spcPct val="120000"/>
              </a:lnSpc>
            </a:pPr>
            <a:endParaRPr lang="en-US" sz="1300" dirty="0"/>
          </a:p>
          <a:p>
            <a:pPr algn="just">
              <a:lnSpc>
                <a:spcPct val="120000"/>
              </a:lnSpc>
            </a:pPr>
            <a:r>
              <a:rPr lang="en-US" sz="1300" b="1" dirty="0"/>
              <a:t>Promote Collaboration</a:t>
            </a:r>
            <a:r>
              <a:rPr lang="en-US" sz="1300" dirty="0"/>
              <a:t>: Encourage human collaboration alongside AI to address complex challenges that require creativity and domain expertise.</a:t>
            </a:r>
          </a:p>
          <a:p>
            <a:pPr algn="just">
              <a:lnSpc>
                <a:spcPct val="120000"/>
              </a:lnSpc>
            </a:pPr>
            <a:endParaRPr lang="en-US" sz="1300" dirty="0"/>
          </a:p>
          <a:p>
            <a:pPr algn="just">
              <a:lnSpc>
                <a:spcPct val="120000"/>
              </a:lnSpc>
            </a:pPr>
            <a:r>
              <a:rPr lang="en-US" sz="1300" b="1" dirty="0"/>
              <a:t>Focus on Ethical AI Practices</a:t>
            </a:r>
            <a:r>
              <a:rPr lang="en-US" sz="1300" dirty="0"/>
              <a:t>: Establish guidelines for responsible AI use, ensuring transparency and fairness in development processes.</a:t>
            </a:r>
          </a:p>
          <a:p>
            <a:pPr algn="just">
              <a:lnSpc>
                <a:spcPct val="120000"/>
              </a:lnSpc>
            </a:pPr>
            <a:endParaRPr lang="en-US" sz="1300" dirty="0"/>
          </a:p>
          <a:p>
            <a:pPr algn="just">
              <a:lnSpc>
                <a:spcPct val="120000"/>
              </a:lnSpc>
            </a:pPr>
            <a:r>
              <a:rPr lang="en-US" sz="1300" b="1" dirty="0"/>
              <a:t>Monitor Trends and Adapt</a:t>
            </a:r>
            <a:r>
              <a:rPr lang="en-US" sz="1300" dirty="0"/>
              <a:t>: Continuously evaluate the evolving role of AI in software development to stay ahead of industry changes and maintain a balanced developer-AI ecosystem.</a:t>
            </a:r>
          </a:p>
          <a:p>
            <a:pPr algn="just">
              <a:lnSpc>
                <a:spcPct val="120000"/>
              </a:lnSpc>
            </a:pPr>
            <a:endParaRPr lang="en-US" sz="1300" dirty="0"/>
          </a:p>
          <a:p>
            <a:pPr algn="just">
              <a:lnSpc>
                <a:spcPct val="120000"/>
              </a:lnSpc>
            </a:pPr>
            <a:r>
              <a:rPr lang="en-US" sz="1300" dirty="0"/>
              <a:t>Implementing these recommendations will not only accelerate the adoption of AI-powered tools like </a:t>
            </a:r>
            <a:r>
              <a:rPr lang="en-US" sz="1300" dirty="0" err="1"/>
              <a:t>TuringBots</a:t>
            </a:r>
            <a:r>
              <a:rPr lang="en-US" sz="1300" dirty="0"/>
              <a:t> but also foster collaboration, innovation, and productivity in the software development ecosystem.</a:t>
            </a:r>
          </a:p>
        </p:txBody>
      </p:sp>
    </p:spTree>
    <p:extLst>
      <p:ext uri="{BB962C8B-B14F-4D97-AF65-F5344CB8AC3E}">
        <p14:creationId xmlns:p14="http://schemas.microsoft.com/office/powerpoint/2010/main" val="1291160226"/>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71" name="Picture 70" descr="Triangular abstract background">
            <a:extLst>
              <a:ext uri="{FF2B5EF4-FFF2-40B4-BE49-F238E27FC236}">
                <a16:creationId xmlns:a16="http://schemas.microsoft.com/office/drawing/2014/main" id="{C9A633C8-45B9-9800-65E4-D91B23FFD0B9}"/>
              </a:ext>
            </a:extLst>
          </p:cNvPr>
          <p:cNvPicPr>
            <a:picLocks noChangeAspect="1"/>
          </p:cNvPicPr>
          <p:nvPr/>
        </p:nvPicPr>
        <p:blipFill>
          <a:blip r:embed="rId3">
            <a:duotone>
              <a:prstClr val="black"/>
              <a:schemeClr val="accent5">
                <a:tint val="45000"/>
                <a:satMod val="400000"/>
              </a:schemeClr>
            </a:duotone>
            <a:alphaModFix amt="25000"/>
          </a:blip>
          <a:srcRect t="23391" r="9091"/>
          <a:stretch/>
        </p:blipFill>
        <p:spPr>
          <a:xfrm>
            <a:off x="20" y="10"/>
            <a:ext cx="12191980" cy="6857990"/>
          </a:xfrm>
          <a:prstGeom prst="rect">
            <a:avLst/>
          </a:prstGeom>
        </p:spPr>
      </p:pic>
      <p:sp>
        <p:nvSpPr>
          <p:cNvPr id="8" name="Title 7">
            <a:extLst>
              <a:ext uri="{FF2B5EF4-FFF2-40B4-BE49-F238E27FC236}">
                <a16:creationId xmlns:a16="http://schemas.microsoft.com/office/drawing/2014/main" id="{30A7C0D3-D6E6-4815-E4A8-175156105CBF}"/>
              </a:ext>
            </a:extLst>
          </p:cNvPr>
          <p:cNvSpPr>
            <a:spLocks noGrp="1"/>
          </p:cNvSpPr>
          <p:nvPr>
            <p:ph type="ctrTitle"/>
          </p:nvPr>
        </p:nvSpPr>
        <p:spPr>
          <a:effectLst>
            <a:outerShdw blurRad="50800" dist="38100" dir="5400000" algn="t" rotWithShape="0">
              <a:prstClr val="black">
                <a:alpha val="40000"/>
              </a:prstClr>
            </a:outerShdw>
          </a:effectLst>
        </p:spPr>
        <p:txBody>
          <a:bodyPr/>
          <a:lstStyle/>
          <a:p>
            <a:pPr algn="ctr"/>
            <a:r>
              <a:rPr lang="en-US" b="1" dirty="0"/>
              <a:t>Thank you!</a:t>
            </a:r>
          </a:p>
        </p:txBody>
      </p:sp>
    </p:spTree>
    <p:extLst>
      <p:ext uri="{BB962C8B-B14F-4D97-AF65-F5344CB8AC3E}">
        <p14:creationId xmlns:p14="http://schemas.microsoft.com/office/powerpoint/2010/main" val="40642309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3351</TotalTime>
  <Words>3222</Words>
  <Application>Microsoft Office PowerPoint</Application>
  <PresentationFormat>Widescreen</PresentationFormat>
  <Paragraphs>148</Paragraphs>
  <Slides>19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Tw Cen MT</vt:lpstr>
      <vt:lpstr>Circuit</vt:lpstr>
      <vt:lpstr>Big Data Platforms Final Project: Can TuringBots Replace Human Software Developers?</vt:lpstr>
      <vt:lpstr>INDEX</vt:lpstr>
      <vt:lpstr>EXECUTIVE SUMMARY</vt:lpstr>
      <vt:lpstr>DATA OVERVIEW</vt:lpstr>
      <vt:lpstr>DATA CLEANING PROCESS</vt:lpstr>
      <vt:lpstr>Exploratory data analysis</vt:lpstr>
      <vt:lpstr>Timeline analysis of commits</vt:lpstr>
      <vt:lpstr>PROGRAMMING LANGUAGE TRENDS</vt:lpstr>
      <vt:lpstr>License distribution and analysis</vt:lpstr>
      <vt:lpstr>Most popular repositories </vt:lpstr>
      <vt:lpstr>MOST RAPIDLY GROWING REPOSITORIES</vt:lpstr>
      <vt:lpstr>DATA SCIENCE AND AI REPOSITORIES</vt:lpstr>
      <vt:lpstr>Reasons for committing</vt:lpstr>
      <vt:lpstr>MOST PROLIFIC COMITTERS</vt:lpstr>
      <vt:lpstr>Subject and message analysis</vt:lpstr>
      <vt:lpstr>SUBJECT AND MESSAGE ANALYSIS ACROSS PROGRAMMING LANGUAGES</vt:lpstr>
      <vt:lpstr>CONCLUSION</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Suyog Mahale</dc:creator>
  <cp:lastModifiedBy>Suyog Mahale</cp:lastModifiedBy>
  <cp:revision>1</cp:revision>
  <dcterms:created xsi:type="dcterms:W3CDTF">2024-12-10T23:39:16Z</dcterms:created>
  <dcterms:modified xsi:type="dcterms:W3CDTF">2024-12-14T02:26:29Z</dcterms:modified>
</cp:coreProperties>
</file>